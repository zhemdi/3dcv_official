
<file path=[Content_Types].xml><?xml version="1.0" encoding="utf-8"?>
<Types xmlns="http://schemas.openxmlformats.org/package/2006/content-types">
  <Default Extension="jp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olors1.xml" ContentType="application/vnd.ms-office.chartcolorstyle+xml"/>
  <Override PartName="/ppt/charts/style1.xml" ContentType="application/vnd.ms-office.chartstyle+xml"/>
  <Override PartName="/ppt/diagrams/colors1.xml" ContentType="application/vnd.openxmlformats-officedocument.drawingml.diagramColors+xml"/>
  <Override PartName="/ppt/diagrams/data1.xml" ContentType="application/vnd.openxmlformats-officedocument.drawingml.diagramData+xml"/>
  <Override PartName="/ppt/diagrams/drawing1.xml" ContentType="application/vnd.openxmlformats-officedocument.drawingml.diagramDrawing+xml"/>
  <Override PartName="/ppt/diagrams/layout1.xml" ContentType="application/vnd.openxmlformats-officedocument.drawingml.diagramLayout+xml"/>
  <Override PartName="/ppt/diagrams/quickStyle1.xml" ContentType="application/vnd.openxmlformats-officedocument.drawingml.diagramQuickStyl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officeDocument/2006/relationships/extended-properties" Target="docProps/app.xml"/><Relationship Id="rId3" Type="http://schemas.openxmlformats.org/package/2006/relationships/metadata/core-properties" Target="docProps/core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embedTrueTypeFonts="1" saveSubsetFonts="1">
  <p:sldMasterIdLst>
    <p:sldMasterId id="2147483648" r:id="rId1"/>
    <p:sldMasterId id="2147483656" r:id="rId2"/>
    <p:sldMasterId id="2147483666" r:id="rId3"/>
  </p:sldMasterIdLst>
  <p:sldIdLst>
    <p:sldId id="256" r:id="rId10"/>
    <p:sldId id="257" r:id="rId12"/>
    <p:sldId id="258" r:id="rId13"/>
    <p:sldId id="259" r:id="rId14"/>
    <p:sldId id="260" r:id="rId15"/>
    <p:sldId id="261" r:id="rId16"/>
    <p:sldId id="262" r:id="rId17"/>
    <p:sldId id="263" r:id="rId18"/>
    <p:sldId id="264" r:id="rId19"/>
    <p:sldId id="265" r:id="rId20"/>
    <p:sldId id="266" r:id="rId21"/>
    <p:sldId id="267" r:id="rId22"/>
    <p:sldId id="268" r:id="rId23"/>
    <p:sldId id="269" r:id="rId24"/>
    <p:sldId id="270" r:id="rId9"/>
    <p:sldId id="271" r:id="rId8"/>
    <p:sldId id="272" r:id="rId7"/>
    <p:sldId id="273" r:id="rId28"/>
    <p:sldId id="274" r:id="rId29"/>
    <p:sldId id="275" r:id="rId30"/>
    <p:sldId id="276" r:id="rId31"/>
    <p:sldId id="277" r:id="rId32"/>
    <p:sldId id="278" r:id="rId33"/>
    <p:sldId id="279" r:id="rId34"/>
    <p:sldId id="280" r:id="rId35"/>
    <p:sldId id="281" r:id="rId36"/>
    <p:sldId id="282" r:id="rId37"/>
    <p:sldId id="283" r:id="rId38"/>
    <p:sldId id="284" r:id="rId39"/>
    <p:sldId id="285" r:id="rId40"/>
    <p:sldId id="286" r:id="rId41"/>
    <p:sldId id="287" r:id="rId42"/>
    <p:sldId id="288" r:id="rId43"/>
    <p:sldId id="289" r:id="rId44"/>
    <p:sldId id="290" r:id="rId45"/>
    <p:sldId id="291" r:id="rId46"/>
    <p:sldId id="292" r:id="rId47"/>
    <p:sldId id="293" r:id="rId48"/>
    <p:sldId id="294" r:id="rId49"/>
    <p:sldId id="295" r:id="rId50"/>
    <p:sldId id="296" r:id="rId51"/>
    <p:sldId id="297" r:id="rId52"/>
    <p:sldId id="298" r:id="rId53"/>
    <p:sldId id="299" r:id="rId54"/>
    <p:sldId id="300" r:id="rId55"/>
    <p:sldId id="301" r:id="rId56"/>
    <p:sldId id="302" r:id="rId57"/>
    <p:sldId id="303" r:id="rId58"/>
    <p:sldId id="304" r:id="rId59"/>
    <p:sldId id="305" r:id="rId60"/>
    <p:sldId id="306" r:id="rId61"/>
    <p:sldId id="307" r:id="rId62"/>
    <p:sldId id="308" r:id="rId63"/>
    <p:sldId id="309" r:id="rId64"/>
    <p:sldId id="310" r:id="rId65"/>
    <p:sldId id="311" r:id="rId66"/>
    <p:sldId id="312" r:id="rId67"/>
    <p:sldId id="313" r:id="rId68"/>
    <p:sldId id="314" r:id="rId69"/>
    <p:sldId id="315" r:id="rId70"/>
    <p:sldId id="316" r:id="rId71"/>
    <p:sldId id="317" r:id="rId72"/>
    <p:sldId id="318" r:id="rId73"/>
    <p:sldId id="319" r:id="rId74"/>
    <p:sldId id="320" r:id="rId75"/>
    <p:sldId id="321" r:id="rId76"/>
    <p:sldId id="322" r:id="rId77"/>
    <p:sldId id="323" r:id="rId78"/>
    <p:sldId id="324" r:id="rId79"/>
    <p:sldId id="325" r:id="rId80"/>
    <p:sldId id="326" r:id="rId81"/>
    <p:sldId id="327" r:id="rId82"/>
  </p:sldIdLst>
  <p:sldSz cx="12192000" cy="6858000"/>
  <p:notesSz cx="12192000" cy="6858000"/>
  <p:defaultTextStyle>
    <a:defPPr>
      <a:defRPr lang="ru-RU"/>
    </a:defPPr>
    <a:lvl1pPr marL="0" algn="l" defTabSz="914400">
      <a:defRPr sz="18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>
      <a:defRPr sz="18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>
      <a:defRPr sz="18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>
      <a:defRPr sz="18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>
      <a:defRPr sz="18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>
      <a:defRPr sz="18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>
      <a:defRPr sz="18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>
      <a:defRPr sz="18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>
      <a:defRPr sz="18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slideViewPr>
    <p:cSldViewPr snapToGrid="0">
      <p:cViewPr varScale="1">
        <p:scale>
          <a:sx n="83" d="100"/>
          <a:sy n="83" d="100"/>
        </p:scale>
        <p:origin x="408" y="54"/>
      </p:cViewPr>
      <p:guideLst>
        <p:guide pos="2160" orient="horz"/>
        <p:guide pos="3840"/>
      </p:guideLst>
    </p:cSldViewPr>
  </p:slide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Master" Target="slideMasters/slideMaster2.xml"/><Relationship Id="rId3" Type="http://schemas.openxmlformats.org/officeDocument/2006/relationships/slideMaster" Target="slideMasters/slideMaster3.xml"/><Relationship Id="rId4" Type="http://schemas.openxmlformats.org/officeDocument/2006/relationships/theme" Target="theme/theme1.xml"/><Relationship Id="rId5" Type="http://schemas.openxmlformats.org/officeDocument/2006/relationships/theme" Target="theme/theme2.xml"/><Relationship Id="rId6" Type="http://schemas.openxmlformats.org/officeDocument/2006/relationships/theme" Target="theme/theme3.xml"/><Relationship Id="rId7" Type="http://schemas.openxmlformats.org/officeDocument/2006/relationships/slide" Target="slides/slide17.xml"/><Relationship Id="rId8" Type="http://schemas.openxmlformats.org/officeDocument/2006/relationships/slide" Target="slides/slide16.xml"/><Relationship Id="rId9" Type="http://schemas.openxmlformats.org/officeDocument/2006/relationships/slide" Target="slides/slide15.xml"/><Relationship Id="rId10" Type="http://schemas.openxmlformats.org/officeDocument/2006/relationships/slide" Target="slides/slide1.xml"/><Relationship Id="rId11" Type="http://schemas.openxmlformats.org/officeDocument/2006/relationships/notesMaster" Target="notesMasters/notesMaster1.xml"/><Relationship Id="rId12" Type="http://schemas.openxmlformats.org/officeDocument/2006/relationships/slide" Target="slides/slide2.xml"/><Relationship Id="rId13" Type="http://schemas.openxmlformats.org/officeDocument/2006/relationships/slide" Target="slides/slide3.xml"/><Relationship Id="rId14" Type="http://schemas.openxmlformats.org/officeDocument/2006/relationships/slide" Target="slides/slide4.xml"/><Relationship Id="rId15" Type="http://schemas.openxmlformats.org/officeDocument/2006/relationships/slide" Target="slides/slide5.xml"/><Relationship Id="rId16" Type="http://schemas.openxmlformats.org/officeDocument/2006/relationships/slide" Target="slides/slide6.xml"/><Relationship Id="rId17" Type="http://schemas.openxmlformats.org/officeDocument/2006/relationships/slide" Target="slides/slide7.xml"/><Relationship Id="rId18" Type="http://schemas.openxmlformats.org/officeDocument/2006/relationships/slide" Target="slides/slide8.xml"/><Relationship Id="rId19" Type="http://schemas.openxmlformats.org/officeDocument/2006/relationships/slide" Target="slides/slide9.xml"/><Relationship Id="rId20" Type="http://schemas.openxmlformats.org/officeDocument/2006/relationships/slide" Target="slides/slide10.xml"/><Relationship Id="rId21" Type="http://schemas.openxmlformats.org/officeDocument/2006/relationships/slide" Target="slides/slide11.xml"/><Relationship Id="rId22" Type="http://schemas.openxmlformats.org/officeDocument/2006/relationships/slide" Target="slides/slide12.xml"/><Relationship Id="rId23" Type="http://schemas.openxmlformats.org/officeDocument/2006/relationships/slide" Target="slides/slide13.xml"/><Relationship Id="rId24" Type="http://schemas.openxmlformats.org/officeDocument/2006/relationships/slide" Target="slides/slide14.xml"/><Relationship Id="rId25" Type="http://schemas.openxmlformats.org/officeDocument/2006/relationships/presProps" Target="presProps.xml"/><Relationship Id="rId26" Type="http://schemas.openxmlformats.org/officeDocument/2006/relationships/tableStyles" Target="tableStyles.xml"/><Relationship Id="rId27" Type="http://schemas.openxmlformats.org/officeDocument/2006/relationships/viewProps" Target="viewProps.xml"/><Relationship Id="rId28" Type="http://schemas.openxmlformats.org/officeDocument/2006/relationships/slide" Target="slides/slide18.xml"/><Relationship Id="rId29" Type="http://schemas.openxmlformats.org/officeDocument/2006/relationships/slide" Target="slides/slide19.xml"/><Relationship Id="rId30" Type="http://schemas.openxmlformats.org/officeDocument/2006/relationships/slide" Target="slides/slide20.xml"/><Relationship Id="rId31" Type="http://schemas.openxmlformats.org/officeDocument/2006/relationships/slide" Target="slides/slide21.xml"/><Relationship Id="rId32" Type="http://schemas.openxmlformats.org/officeDocument/2006/relationships/slide" Target="slides/slide22.xml"/><Relationship Id="rId33" Type="http://schemas.openxmlformats.org/officeDocument/2006/relationships/slide" Target="slides/slide23.xml"/><Relationship Id="rId34" Type="http://schemas.openxmlformats.org/officeDocument/2006/relationships/slide" Target="slides/slide24.xml"/><Relationship Id="rId35" Type="http://schemas.openxmlformats.org/officeDocument/2006/relationships/slide" Target="slides/slide25.xml"/><Relationship Id="rId36" Type="http://schemas.openxmlformats.org/officeDocument/2006/relationships/slide" Target="slides/slide26.xml"/><Relationship Id="rId37" Type="http://schemas.openxmlformats.org/officeDocument/2006/relationships/slide" Target="slides/slide27.xml"/><Relationship Id="rId38" Type="http://schemas.openxmlformats.org/officeDocument/2006/relationships/slide" Target="slides/slide28.xml"/><Relationship Id="rId39" Type="http://schemas.openxmlformats.org/officeDocument/2006/relationships/slide" Target="slides/slide29.xml"/><Relationship Id="rId40" Type="http://schemas.openxmlformats.org/officeDocument/2006/relationships/slide" Target="slides/slide30.xml"/><Relationship Id="rId41" Type="http://schemas.openxmlformats.org/officeDocument/2006/relationships/slide" Target="slides/slide31.xml"/><Relationship Id="rId42" Type="http://schemas.openxmlformats.org/officeDocument/2006/relationships/slide" Target="slides/slide32.xml"/><Relationship Id="rId43" Type="http://schemas.openxmlformats.org/officeDocument/2006/relationships/slide" Target="slides/slide33.xml"/><Relationship Id="rId44" Type="http://schemas.openxmlformats.org/officeDocument/2006/relationships/slide" Target="slides/slide34.xml"/><Relationship Id="rId45" Type="http://schemas.openxmlformats.org/officeDocument/2006/relationships/slide" Target="slides/slide35.xml"/><Relationship Id="rId46" Type="http://schemas.openxmlformats.org/officeDocument/2006/relationships/slide" Target="slides/slide36.xml"/><Relationship Id="rId47" Type="http://schemas.openxmlformats.org/officeDocument/2006/relationships/slide" Target="slides/slide37.xml"/><Relationship Id="rId48" Type="http://schemas.openxmlformats.org/officeDocument/2006/relationships/slide" Target="slides/slide38.xml"/><Relationship Id="rId49" Type="http://schemas.openxmlformats.org/officeDocument/2006/relationships/slide" Target="slides/slide39.xml"/><Relationship Id="rId50" Type="http://schemas.openxmlformats.org/officeDocument/2006/relationships/slide" Target="slides/slide40.xml"/><Relationship Id="rId51" Type="http://schemas.openxmlformats.org/officeDocument/2006/relationships/slide" Target="slides/slide41.xml"/><Relationship Id="rId52" Type="http://schemas.openxmlformats.org/officeDocument/2006/relationships/slide" Target="slides/slide42.xml"/><Relationship Id="rId53" Type="http://schemas.openxmlformats.org/officeDocument/2006/relationships/slide" Target="slides/slide43.xml"/><Relationship Id="rId54" Type="http://schemas.openxmlformats.org/officeDocument/2006/relationships/slide" Target="slides/slide44.xml"/><Relationship Id="rId55" Type="http://schemas.openxmlformats.org/officeDocument/2006/relationships/slide" Target="slides/slide45.xml"/><Relationship Id="rId56" Type="http://schemas.openxmlformats.org/officeDocument/2006/relationships/slide" Target="slides/slide46.xml"/><Relationship Id="rId57" Type="http://schemas.openxmlformats.org/officeDocument/2006/relationships/slide" Target="slides/slide47.xml"/><Relationship Id="rId58" Type="http://schemas.openxmlformats.org/officeDocument/2006/relationships/slide" Target="slides/slide48.xml"/><Relationship Id="rId59" Type="http://schemas.openxmlformats.org/officeDocument/2006/relationships/slide" Target="slides/slide49.xml"/><Relationship Id="rId60" Type="http://schemas.openxmlformats.org/officeDocument/2006/relationships/slide" Target="slides/slide50.xml"/><Relationship Id="rId61" Type="http://schemas.openxmlformats.org/officeDocument/2006/relationships/slide" Target="slides/slide51.xml"/><Relationship Id="rId62" Type="http://schemas.openxmlformats.org/officeDocument/2006/relationships/slide" Target="slides/slide52.xml"/><Relationship Id="rId63" Type="http://schemas.openxmlformats.org/officeDocument/2006/relationships/slide" Target="slides/slide53.xml"/><Relationship Id="rId64" Type="http://schemas.openxmlformats.org/officeDocument/2006/relationships/slide" Target="slides/slide54.xml"/><Relationship Id="rId65" Type="http://schemas.openxmlformats.org/officeDocument/2006/relationships/slide" Target="slides/slide55.xml"/><Relationship Id="rId66" Type="http://schemas.openxmlformats.org/officeDocument/2006/relationships/slide" Target="slides/slide56.xml"/><Relationship Id="rId67" Type="http://schemas.openxmlformats.org/officeDocument/2006/relationships/slide" Target="slides/slide57.xml"/><Relationship Id="rId68" Type="http://schemas.openxmlformats.org/officeDocument/2006/relationships/slide" Target="slides/slide58.xml"/><Relationship Id="rId69" Type="http://schemas.openxmlformats.org/officeDocument/2006/relationships/slide" Target="slides/slide59.xml"/><Relationship Id="rId70" Type="http://schemas.openxmlformats.org/officeDocument/2006/relationships/slide" Target="slides/slide60.xml"/><Relationship Id="rId71" Type="http://schemas.openxmlformats.org/officeDocument/2006/relationships/slide" Target="slides/slide61.xml"/><Relationship Id="rId72" Type="http://schemas.openxmlformats.org/officeDocument/2006/relationships/slide" Target="slides/slide62.xml"/><Relationship Id="rId73" Type="http://schemas.openxmlformats.org/officeDocument/2006/relationships/slide" Target="slides/slide63.xml"/><Relationship Id="rId74" Type="http://schemas.openxmlformats.org/officeDocument/2006/relationships/slide" Target="slides/slide64.xml"/><Relationship Id="rId75" Type="http://schemas.openxmlformats.org/officeDocument/2006/relationships/slide" Target="slides/slide65.xml"/><Relationship Id="rId76" Type="http://schemas.openxmlformats.org/officeDocument/2006/relationships/slide" Target="slides/slide66.xml"/><Relationship Id="rId77" Type="http://schemas.openxmlformats.org/officeDocument/2006/relationships/slide" Target="slides/slide67.xml"/><Relationship Id="rId78" Type="http://schemas.openxmlformats.org/officeDocument/2006/relationships/slide" Target="slides/slide68.xml"/><Relationship Id="rId79" Type="http://schemas.openxmlformats.org/officeDocument/2006/relationships/slide" Target="slides/slide69.xml"/><Relationship Id="rId80" Type="http://schemas.openxmlformats.org/officeDocument/2006/relationships/slide" Target="slides/slide70.xml"/><Relationship Id="rId81" Type="http://schemas.openxmlformats.org/officeDocument/2006/relationships/slide" Target="slides/slide71.xml"/><Relationship Id="rId82" Type="http://schemas.openxmlformats.org/officeDocument/2006/relationships/slide" Target="slides/slide72.xml"/></Relationships>
</file>

<file path=ppt/charts/_rels/chart1.xml.rels><?xml version='1.0' encoding='UTF-8' standalone='yes'?>
<Relationships xmlns="http://schemas.openxmlformats.org/package/2006/relationships"><Relationship Id="rId1" Type="http://schemas.microsoft.com/office/2011/relationships/chartStyle" Target="style1.xml"/><Relationship Id="rId2" Type="http://schemas.microsoft.com/office/2011/relationships/chartColorStyle" Target="colors1.xml"/><Relationship Id="rId3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mc="http://schemas.openxmlformats.org/markup-compatibility/2006" xmlns:c15="http://schemas.microsoft.com/office/drawing/2012/chart" xmlns:c14="http://schemas.microsoft.com/office/drawing/2007/8/2/chart" xmlns:c16r2="http://schemas.microsoft.com/office/drawing/2015/06/chart">
  <c:date1904 val="0"/>
  <c:lang val="ru-RU"/>
  <c:roundedCorners val="0"/>
  <mc:AlternateContent>
    <mc:Choice Requires="c14">
      <c14:style val="102"/>
    </mc:Choice>
    <mc:Fallback>
      <c:style val="2"/>
    </mc:Fallback>
  </mc:AlternateContent>
  <c:chart>
    <c:title>
      <c:layout/>
      <c:overlay val="0"/>
      <c:spPr bwMode="auto">
        <a:prstGeom prst="rect">
          <a:avLst/>
        </a:prstGeom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850" b="0" i="0" u="none" strike="noStrike" spc="0">
              <a:solidFill>
                <a:schemeClr val="tx1">
                  <a:lumMod val="65000"/>
                  <a:lumOff val="35000"/>
                </a:schemeClr>
              </a:solidFill>
              <a:latin typeface="Moscow University"/>
              <a:ea typeface="+mn-ea"/>
              <a:cs typeface="+mn-cs"/>
            </a:defRPr>
          </a:pPr>
          <a:endParaRPr lang="ru-RU"/>
        </a:p>
      </c:txPr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Лист1!$B$1</c:f>
              <c:strCache>
                <c:ptCount val="1"/>
                <c:pt idx="0">
                  <c:v xml:space="preserve">Ряд 1</c:v>
                </c:pt>
              </c:strCache>
            </c:strRef>
          </c:tx>
          <c:spPr bwMode="auto">
            <a:prstGeom prst="rect">
              <a:avLst/>
            </a:prstGeom>
            <a:solidFill>
              <a:srgbClr val="7F5CFF"/>
            </a:solidFill>
            <a:ln>
              <a:noFill/>
            </a:ln>
            <a:effectLst/>
          </c:spPr>
          <c:invertIfNegative val="0"/>
          <c:cat>
            <c:strRef>
              <c:f>Лист1!$A$2:$A$7</c:f>
              <c:strCache>
                <c:ptCount val="6"/>
                <c:pt idx="0">
                  <c:v xml:space="preserve">Категория 1</c:v>
                </c:pt>
                <c:pt idx="1">
                  <c:v xml:space="preserve">Категория 2</c:v>
                </c:pt>
                <c:pt idx="2">
                  <c:v xml:space="preserve">Категория 3</c:v>
                </c:pt>
                <c:pt idx="3">
                  <c:v xml:space="preserve">Категория 4</c:v>
                </c:pt>
                <c:pt idx="4">
                  <c:v xml:space="preserve">Категория 5</c:v>
                </c:pt>
                <c:pt idx="5">
                  <c:v xml:space="preserve">Категория 6</c:v>
                </c:pt>
              </c:strCache>
            </c:strRef>
          </c:cat>
          <c:val>
            <c:numRef>
              <c:f>Лист1!$B$2:$B$7</c:f>
              <c:numCache>
                <c:formatCode>General</c:formatCode>
                <c:ptCount val="6"/>
                <c:pt idx="0">
                  <c:v>4.3</c:v>
                </c:pt>
                <c:pt idx="1">
                  <c:v>2.5</c:v>
                </c:pt>
                <c:pt idx="2">
                  <c:v>3.5</c:v>
                </c:pt>
                <c:pt idx="3">
                  <c:v>4.5</c:v>
                </c:pt>
                <c:pt idx="4">
                  <c:v>2.5</c:v>
                </c:pt>
                <c:pt idx="5">
                  <c:v>3.5</c:v>
                </c:pt>
              </c:numCache>
            </c:numRef>
          </c:val>
        </c:ser>
        <c:ser>
          <c:idx val="1"/>
          <c:order val="1"/>
          <c:tx>
            <c:strRef>
              <c:f>Лист1!$C$1</c:f>
              <c:strCache>
                <c:ptCount val="1"/>
                <c:pt idx="0">
                  <c:v xml:space="preserve">Ряд 2</c:v>
                </c:pt>
              </c:strCache>
            </c:strRef>
          </c:tx>
          <c:spPr bwMode="auto">
            <a:prstGeom prst="rect">
              <a:avLst/>
            </a:prstGeom>
            <a:solidFill>
              <a:srgbClr val="1D13C3"/>
            </a:solidFill>
            <a:ln>
              <a:noFill/>
            </a:ln>
            <a:effectLst/>
          </c:spPr>
          <c:invertIfNegative val="0"/>
          <c:cat>
            <c:strRef>
              <c:f>Лист1!$A$2:$A$7</c:f>
              <c:strCache>
                <c:ptCount val="6"/>
                <c:pt idx="0">
                  <c:v xml:space="preserve">Категория 1</c:v>
                </c:pt>
                <c:pt idx="1">
                  <c:v xml:space="preserve">Категория 2</c:v>
                </c:pt>
                <c:pt idx="2">
                  <c:v xml:space="preserve">Категория 3</c:v>
                </c:pt>
                <c:pt idx="3">
                  <c:v xml:space="preserve">Категория 4</c:v>
                </c:pt>
                <c:pt idx="4">
                  <c:v xml:space="preserve">Категория 5</c:v>
                </c:pt>
                <c:pt idx="5">
                  <c:v xml:space="preserve">Категория 6</c:v>
                </c:pt>
              </c:strCache>
            </c:strRef>
          </c:cat>
          <c:val>
            <c:numRef>
              <c:f>Лист1!$C$2:$C$7</c:f>
              <c:numCache>
                <c:formatCode>General</c:formatCode>
                <c:ptCount val="6"/>
                <c:pt idx="0">
                  <c:v>2.4</c:v>
                </c:pt>
                <c:pt idx="1">
                  <c:v>4.4</c:v>
                </c:pt>
                <c:pt idx="2">
                  <c:v>1.8</c:v>
                </c:pt>
                <c:pt idx="3">
                  <c:v>2.8</c:v>
                </c:pt>
                <c:pt idx="4">
                  <c:v>4.4</c:v>
                </c:pt>
                <c:pt idx="5">
                  <c:v>1.8</c:v>
                </c:pt>
              </c:numCache>
            </c:numRef>
          </c:val>
        </c:ser>
        <c:ser>
          <c:idx val="2"/>
          <c:order val="2"/>
          <c:tx>
            <c:strRef>
              <c:f>Лист1!$D$1</c:f>
              <c:strCache>
                <c:ptCount val="1"/>
                <c:pt idx="0">
                  <c:v xml:space="preserve">Ряд 3</c:v>
                </c:pt>
              </c:strCache>
            </c:strRef>
          </c:tx>
          <c:spPr bwMode="auto">
            <a:prstGeom prst="rect">
              <a:avLst/>
            </a:prstGeom>
            <a:solidFill>
              <a:schemeClr val="accent3"/>
            </a:solidFill>
            <a:ln>
              <a:noFill/>
            </a:ln>
            <a:effectLst/>
          </c:spPr>
          <c:invertIfNegative val="0"/>
          <c:cat>
            <c:strRef>
              <c:f>Лист1!$A$2:$A$7</c:f>
              <c:strCache>
                <c:ptCount val="6"/>
                <c:pt idx="0">
                  <c:v xml:space="preserve">Категория 1</c:v>
                </c:pt>
                <c:pt idx="1">
                  <c:v xml:space="preserve">Категория 2</c:v>
                </c:pt>
                <c:pt idx="2">
                  <c:v xml:space="preserve">Категория 3</c:v>
                </c:pt>
                <c:pt idx="3">
                  <c:v xml:space="preserve">Категория 4</c:v>
                </c:pt>
                <c:pt idx="4">
                  <c:v xml:space="preserve">Категория 5</c:v>
                </c:pt>
                <c:pt idx="5">
                  <c:v xml:space="preserve">Категория 6</c:v>
                </c:pt>
              </c:strCache>
            </c:strRef>
          </c:cat>
          <c:val>
            <c:numRef>
              <c:f>Лист1!$D$2:$D$7</c:f>
              <c:numCache>
                <c:formatCode>General</c:formatCode>
                <c:ptCount val="6"/>
                <c:pt idx="0">
                  <c:v>2</c:v>
                </c:pt>
                <c:pt idx="1">
                  <c:v>2</c:v>
                </c:pt>
                <c:pt idx="2">
                  <c:v>3</c:v>
                </c:pt>
                <c:pt idx="3">
                  <c:v>5</c:v>
                </c:pt>
                <c:pt idx="4">
                  <c:v>2</c:v>
                </c:pt>
                <c:pt idx="5">
                  <c:v>3</c:v>
                </c:pt>
              </c:numCache>
            </c:numRef>
          </c:val>
        </c:ser>
        <c:dLbls>
          <c:showBubbleSize val="0"/>
          <c:showCatName val="0"/>
          <c:showLeaderLines val="0"/>
          <c:showLegendKey val="0"/>
          <c:showPercent val="0"/>
          <c:showSerName val="0"/>
          <c:showVal val="0"/>
        </c:dLbls>
        <c:gapWidth val="219"/>
        <c:overlap val="-27"/>
        <c:axId val="513437424"/>
        <c:axId val="513435856"/>
      </c:barChart>
      <c:catAx>
        <c:axId val="513437424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 bwMode="auto">
          <a:prstGeom prst="rect">
            <a:avLst/>
          </a:prstGeom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200" b="0" i="0" u="none" strike="noStrike">
                <a:solidFill>
                  <a:schemeClr val="tx1">
                    <a:lumMod val="65000"/>
                    <a:lumOff val="35000"/>
                  </a:schemeClr>
                </a:solidFill>
                <a:latin typeface="Moscow University"/>
                <a:ea typeface="Arial"/>
                <a:cs typeface="Arial"/>
              </a:defRPr>
            </a:pPr>
            <a:endParaRPr lang="ru-RU"/>
          </a:p>
        </c:txPr>
        <c:crossAx val="513435856"/>
        <c:crosses val="autoZero"/>
        <c:auto val="1"/>
        <c:lblAlgn val="ctr"/>
        <c:lblOffset val="100"/>
        <c:noMultiLvlLbl val="0"/>
      </c:catAx>
      <c:valAx>
        <c:axId val="513435856"/>
        <c:scaling>
          <c:orientation val="minMax"/>
        </c:scaling>
        <c:delete val="0"/>
        <c:axPos val="l"/>
        <c:majorGridlines>
          <c:spPr bwMode="auto">
            <a:prstGeom prst="rect">
              <a:avLst/>
            </a:prstGeom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 bwMode="auto">
          <a:prstGeom prst="rect">
            <a:avLst/>
          </a:prstGeom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200" b="0" i="0" u="none" strike="noStrike">
                <a:solidFill>
                  <a:schemeClr val="tx1">
                    <a:lumMod val="65000"/>
                    <a:lumOff val="35000"/>
                  </a:schemeClr>
                </a:solidFill>
                <a:latin typeface="Moscow University"/>
                <a:ea typeface="Arial"/>
                <a:cs typeface="Arial"/>
              </a:defRPr>
            </a:pPr>
            <a:endParaRPr lang="ru-RU"/>
          </a:p>
        </c:txPr>
        <c:crossAx val="513437424"/>
        <c:crosses val="autoZero"/>
        <c:crossBetween val="between"/>
      </c:valAx>
      <c:spPr bwMode="auto">
        <a:prstGeom prst="rect">
          <a:avLst/>
        </a:prstGeom>
        <a:noFill/>
        <a:ln>
          <a:noFill/>
        </a:ln>
        <a:effectLst/>
      </c:spPr>
    </c:plotArea>
    <c:legend>
      <c:legendPos val="b"/>
      <c:layout/>
      <c:overlay val="0"/>
      <c:spPr bwMode="auto">
        <a:prstGeom prst="rect">
          <a:avLst/>
        </a:prstGeom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200" b="0" i="0" u="none" strike="noStrike">
              <a:solidFill>
                <a:schemeClr val="tx1">
                  <a:lumMod val="65000"/>
                  <a:lumOff val="35000"/>
                </a:schemeClr>
              </a:solidFill>
              <a:latin typeface="Moscow University"/>
              <a:ea typeface="+mn-ea"/>
              <a:cs typeface="+mn-cs"/>
            </a:defRPr>
          </a:pPr>
          <a:endParaRPr lang="ru-RU"/>
        </a:p>
      </c:txPr>
    </c:legend>
    <c:plotVisOnly val="1"/>
    <c:dispBlanksAs val="gap"/>
    <c:showDLblsOverMax val="0"/>
  </c:chart>
  <c:spPr bwMode="auto">
    <a:xfrm>
      <a:off x="346231" y="2710831"/>
      <a:ext cx="11488504" cy="2872673"/>
    </a:xfrm>
    <a:prstGeom prst="rect">
      <a:avLst/>
    </a:prstGeom>
    <a:noFill/>
    <a:ln>
      <a:noFill/>
    </a:ln>
    <a:effectLst/>
  </c:spPr>
  <c:txPr>
    <a:bodyPr/>
    <a:lstStyle/>
    <a:p>
      <a:pPr>
        <a:defRPr/>
      </a:pPr>
      <a:endParaRPr lang="ru-RU"/>
    </a:p>
  </c:txPr>
  <c:externalData r:id="rId3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5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 bwMode="auto">
      <a:prstGeom prst="rect">
        <a:avLst/>
      </a:prstGeom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200"/>
  </cs:categoryAxis>
  <cs:chartArea>
    <cs:lnRef idx="0"/>
    <cs:fillRef idx="0"/>
    <cs:effectRef idx="0"/>
    <cs:fontRef idx="minor">
      <a:schemeClr val="tx1"/>
    </cs:fontRef>
    <cs:spPr bwMode="auto">
      <a:prstGeom prst="rect">
        <a:avLst/>
      </a:prstGeom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5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 bwMode="auto">
      <a:prstGeom prst="rect">
        <a:avLst/>
      </a:prstGeom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 bwMode="auto">
      <a:prstGeom prst="rect">
        <a:avLst/>
      </a:prstGeom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 bwMode="auto">
      <a:prstGeom prst="rect">
        <a:avLst/>
      </a:prstGeom>
      <a:ln w="9525">
        <a:solidFill>
          <a:schemeClr val="phClr"/>
        </a:solidFill>
      </a:ln>
    </cs:spPr>
  </cs:dataPointMarker>
  <cs:dataPointWireframe>
    <cs:lnRef idx="0">
      <cs:styleClr val="auto"/>
    </cs:lnRef>
    <cs:fillRef idx="1"/>
    <cs:effectRef idx="0"/>
    <cs:fontRef idx="minor">
      <a:schemeClr val="tx1"/>
    </cs:fontRef>
    <cs:spPr bwMode="auto">
      <a:prstGeom prst="rect">
        <a:avLst/>
      </a:prstGeom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 bwMode="auto">
      <a:prstGeom prst="rect">
        <a:avLst/>
      </a:prstGeom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200"/>
  </cs:dataTable>
  <cs:downBar>
    <cs:lnRef idx="0"/>
    <cs:fillRef idx="0"/>
    <cs:effectRef idx="0"/>
    <cs:fontRef idx="minor">
      <a:schemeClr val="dk1"/>
    </cs:fontRef>
    <cs:spPr bwMode="auto">
      <a:prstGeom prst="rect">
        <a:avLst/>
      </a:prstGeom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 bwMode="auto">
      <a:prstGeom prst="rect">
        <a:avLst/>
      </a:prstGeom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 bwMode="auto">
      <a:prstGeom prst="rect">
        <a:avLst/>
      </a:prstGeom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 bwMode="auto">
      <a:prstGeom prst="rect">
        <a:avLst/>
      </a:prstGeom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 bwMode="auto">
      <a:prstGeom prst="rect">
        <a:avLst/>
      </a:prstGeom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 bwMode="auto">
      <a:prstGeom prst="rect">
        <a:avLst/>
      </a:prstGeom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 bwMode="auto">
      <a:prstGeom prst="rect">
        <a:avLst/>
      </a:prstGeom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 bwMode="auto">
      <a:prstGeom prst="rect">
        <a:avLst/>
      </a:prstGeom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200"/>
  </cs:legend>
  <cs:plotArea>
    <cs:lnRef idx="0"/>
    <cs:fillRef idx="0"/>
    <cs:effectRef idx="0"/>
    <cs:fontRef idx="minor">
      <a:schemeClr val="tx1"/>
    </cs:fontRef>
  </cs:plotArea>
  <cs:plotArea3D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200"/>
  </cs:seriesAxis>
  <cs:seriesLine>
    <cs:lnRef idx="0"/>
    <cs:fillRef idx="0"/>
    <cs:effectRef idx="0"/>
    <cs:fontRef idx="minor">
      <a:schemeClr val="tx1"/>
    </cs:fontRef>
    <cs:spPr bwMode="auto">
      <a:prstGeom prst="rect">
        <a:avLst/>
      </a:prstGeom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50" b="0" spc="0"/>
  </cs:title>
  <cs:trendline>
    <cs:lnRef idx="0">
      <cs:styleClr val="auto"/>
    </cs:lnRef>
    <cs:fillRef idx="0"/>
    <cs:effectRef idx="0"/>
    <cs:fontRef idx="minor">
      <a:schemeClr val="tx1"/>
    </cs:fontRef>
    <cs:spPr bwMode="auto">
      <a:prstGeom prst="rect">
        <a:avLst/>
      </a:prstGeom>
      <a:ln w="19050" cap="rnd">
        <a:solidFill>
          <a:schemeClr val="phClr"/>
        </a:solidFill>
        <a:prstDash val="sysDot"/>
        <a:miter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200"/>
  </cs:trendlineLabel>
  <cs:upBar>
    <cs:lnRef idx="0"/>
    <cs:fillRef idx="0"/>
    <cs:effectRef idx="0"/>
    <cs:fontRef idx="minor">
      <a:schemeClr val="dk1"/>
    </cs:fontRef>
    <cs:spPr bwMode="auto">
      <a:prstGeom prst="rect">
        <a:avLst/>
      </a:prstGeom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200"/>
  </cs:valueAxis>
  <cs:wall>
    <cs:lnRef idx="0"/>
    <cs:fillRef idx="0"/>
    <cs:effectRef idx="0"/>
    <cs:fontRef idx="minor">
      <a:schemeClr val="tx1"/>
    </cs:fontRef>
    <cs:spPr bwMode="auto">
      <a:prstGeom prst="rect">
        <a:avLst/>
      </a:prstGeom>
      <a:noFill/>
      <a:ln>
        <a:noFill/>
      </a:ln>
    </cs:spPr>
  </cs:wall>
  <cs:dataPointMarkerLayout symbol="circle" size="5"/>
</cs:chartStyle>
</file>

<file path=ppt/diagrams/_rels/data1.xml.rels><?xml version='1.0' encoding='UTF-8' standalone='yes'?>
<Relationships xmlns="http://schemas.openxmlformats.org/package/2006/relationships"><Relationship Id="rId1" Type="http://schemas.microsoft.com/office/2007/relationships/diagramDrawing" Target="drawing1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3">
  <dgm:title val=""/>
  <dgm:desc val=""/>
  <dgm:catLst>
    <dgm:cat type="accent1" pri="11300"/>
  </dgm:catLst>
  <dgm:styleLbl name="node0">
    <dgm:fillClrLst meth="repeat">
      <a:schemeClr val="accent1">
        <a:shade val="80000"/>
      </a:schemeClr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1">
        <a:shade val="80000"/>
      </a:schemeClr>
      <a:schemeClr val="accent1">
        <a:tint val="70000"/>
      </a:schemeClr>
    </dgm:fillClrLst>
    <dgm:linClrLst>
      <a:schemeClr val="accent1">
        <a:shade val="80000"/>
      </a:schemeClr>
      <a:schemeClr val="accent1">
        <a:tint val="70000"/>
      </a:schemeClr>
    </dgm:linClrLst>
    <dgm:effectClrLst/>
    <dgm:txLinClrLst/>
    <dgm:txFillClrLst/>
    <dgm:txEffectClrLst/>
  </dgm:styleLbl>
  <dgm:styleLbl name="node1">
    <dgm:fillClrLst>
      <a:schemeClr val="accent1">
        <a:shade val="80000"/>
      </a:schemeClr>
      <a:schemeClr val="accent1">
        <a:tint val="70000"/>
      </a:schemeClr>
    </dgm:fillClrLst>
    <dgm:linClrLst meth="repeat">
      <a:schemeClr val="lt1"/>
    </dgm:linClrLst>
    <dgm:effectClrLst/>
    <dgm:txLinClrLst/>
    <dgm:txFillClrLst/>
    <dgm:txEffectClrLst/>
  </dgm:styleLbl>
  <dgm:styleLbl name="lnNode1">
    <dgm:fillClrLst>
      <a:schemeClr val="accent1">
        <a:shade val="80000"/>
      </a:schemeClr>
      <a:schemeClr val="accent1">
        <a:tint val="70000"/>
      </a:schemeClr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1">
        <a:shade val="80000"/>
        <a:alpha val="50000"/>
      </a:schemeClr>
      <a:schemeClr val="accent1">
        <a:tint val="70000"/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1">
        <a:tint val="99000"/>
      </a:schemeClr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1">
        <a:tint val="80000"/>
      </a:schemeClr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1">
        <a:tint val="70000"/>
      </a:schemeClr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1">
        <a:tint val="50000"/>
      </a:schemeClr>
      <a:schemeClr val="accent1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1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1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1">
        <a:shade val="90000"/>
      </a:schemeClr>
      <a:schemeClr val="accent1">
        <a:tint val="70000"/>
      </a:schemeClr>
    </dgm:fillClrLst>
    <dgm:linClrLst>
      <a:schemeClr val="accent1">
        <a:shade val="90000"/>
      </a:schemeClr>
      <a:schemeClr val="accent1">
        <a:tint val="70000"/>
      </a:schemeClr>
    </dgm:linClrLst>
    <dgm:effectClrLst/>
    <dgm:txLinClrLst/>
    <dgm:txFillClrLst/>
    <dgm:txEffectClrLst/>
  </dgm:styleLbl>
  <dgm:styleLbl name="fgSibTrans2D1">
    <dgm:fillClrLst>
      <a:schemeClr val="accent1">
        <a:shade val="90000"/>
      </a:schemeClr>
      <a:schemeClr val="accent1">
        <a:tint val="70000"/>
      </a:schemeClr>
    </dgm:fillClrLst>
    <dgm:linClrLst>
      <a:schemeClr val="accent1">
        <a:shade val="90000"/>
      </a:schemeClr>
      <a:schemeClr val="accent1">
        <a:tint val="70000"/>
      </a:schemeClr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1">
        <a:shade val="90000"/>
      </a:schemeClr>
      <a:schemeClr val="accent1">
        <a:tint val="70000"/>
      </a:schemeClr>
    </dgm:fillClrLst>
    <dgm:linClrLst>
      <a:schemeClr val="accent1">
        <a:shade val="90000"/>
      </a:schemeClr>
      <a:schemeClr val="accent1">
        <a:tint val="70000"/>
      </a:schemeClr>
    </dgm:linClrLst>
    <dgm:effectClrLst/>
    <dgm:txLinClrLst/>
    <dgm:txFillClrLst meth="repeat">
      <a:schemeClr val="lt1"/>
    </dgm:txFillClrLst>
    <dgm:txEffectClrLst/>
  </dgm:styleLbl>
  <dgm:styleLbl name="sibTrans1D1">
    <dgm:fillClrLst>
      <a:schemeClr val="accent1">
        <a:shade val="90000"/>
      </a:schemeClr>
      <a:schemeClr val="accent1">
        <a:tint val="70000"/>
      </a:schemeClr>
    </dgm:fillClrLst>
    <dgm:linClrLst>
      <a:schemeClr val="accent1">
        <a:shade val="90000"/>
      </a:schemeClr>
      <a:schemeClr val="accent1">
        <a:tint val="70000"/>
      </a:schemeClr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>
        <a:shade val="80000"/>
      </a:schemeClr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>
        <a:shade val="80000"/>
      </a:schemeClr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1">
        <a:tint val="99000"/>
      </a:schemeClr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1">
        <a:tint val="80000"/>
      </a:schemeClr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1">
        <a:tint val="70000"/>
      </a:schemeClr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>
        <a:tint val="90000"/>
      </a:schemeClr>
    </dgm:fillClrLst>
    <dgm:linClrLst meth="repeat">
      <a:schemeClr val="accent1">
        <a:tint val="90000"/>
      </a:schemeClr>
    </dgm:linClrLst>
    <dgm:effectClrLst/>
    <dgm:txLinClrLst/>
    <dgm:txFillClrLst/>
    <dgm:txEffectClrLst/>
  </dgm:styleLbl>
  <dgm:styleLbl name="parChTrans2D3">
    <dgm:fillClrLst meth="repeat">
      <a:schemeClr val="accent1">
        <a:tint val="70000"/>
      </a:schemeClr>
    </dgm:fillClrLst>
    <dgm:linClrLst meth="repeat">
      <a:schemeClr val="accent1">
        <a:tint val="70000"/>
      </a:schemeClr>
    </dgm:linClrLst>
    <dgm:effectClrLst/>
    <dgm:txLinClrLst/>
    <dgm:txFillClrLst/>
    <dgm:txEffectClrLst/>
  </dgm:styleLbl>
  <dgm:styleLbl name="parChTrans2D4">
    <dgm:fillClrLst meth="repeat">
      <a:schemeClr val="accent1">
        <a:tint val="50000"/>
      </a:schemeClr>
    </dgm:fillClrLst>
    <dgm:linClrLst meth="repeat">
      <a:schemeClr val="accent1">
        <a:tint val="50000"/>
      </a:schemeClr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>
        <a:shade val="80000"/>
      </a:schemeClr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>
        <a:tint val="99000"/>
      </a:schemeClr>
    </dgm:fillClrLst>
    <dgm:linClrLst meth="repeat">
      <a:schemeClr val="accent1">
        <a:tint val="99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>
        <a:tint val="80000"/>
      </a:schemeClr>
    </dgm:fillClrLst>
    <dgm:linClrLst meth="repeat">
      <a:schemeClr val="accent1">
        <a:tint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>
        <a:tint val="70000"/>
      </a:schemeClr>
    </dgm:fillClrLst>
    <dgm:linClrLst meth="repeat">
      <a:schemeClr val="accent1">
        <a:tint val="7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1">
        <a:shade val="80000"/>
      </a:schemeClr>
      <a:schemeClr val="accent1">
        <a:tint val="70000"/>
      </a:schemeClr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1">
        <a:shade val="80000"/>
      </a:schemeClr>
      <a:schemeClr val="accent1">
        <a:tint val="70000"/>
      </a:schemeClr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1">
        <a:shade val="80000"/>
      </a:schemeClr>
      <a:schemeClr val="accent1">
        <a:tint val="70000"/>
      </a:schemeClr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1">
        <a:shade val="80000"/>
      </a:schemeClr>
      <a:schemeClr val="accent1">
        <a:tint val="70000"/>
      </a:schemeClr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1">
        <a:shade val="80000"/>
      </a:schemeClr>
      <a:schemeClr val="accent1">
        <a:tint val="70000"/>
      </a:schemeClr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>
        <a:tint val="99000"/>
      </a:schemeClr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>
        <a:tint val="80000"/>
      </a:schemeClr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>
        <a:tint val="70000"/>
      </a:schemeClr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 xmlns:r="http://schemas.openxmlformats.org/officeDocument/2006/relationships">
  <dgm:ptLst>
    <dgm:pt modelId="{36637650-5568-4265-9843-3D71C5E25DB2}" type="doc">
      <dgm:prSet loTypeId="urn:microsoft.com/office/officeart/2005/8/layout/cycle8" loCatId="cycle" qsTypeId="urn:microsoft.com/office/officeart/2005/8/quickstyle/simple3" qsCatId="simple" csTypeId="urn:microsoft.com/office/officeart/2005/8/colors/accent1_3" csCatId="accent1" phldr="1"/>
      <dgm:spPr bwMode="auto"/>
    </dgm:pt>
    <dgm:pt modelId="{BC7C4AB9-4F17-4233-8411-7251DF85471F}">
      <dgm:prSet phldr="1" phldrT="[Текст]" custT="1"/>
      <dgm:spPr bwMode="auto">
        <a:solidFill>
          <a:schemeClr val="bg1"/>
        </a:solidFill>
      </dgm:spPr>
      <dgm:t>
        <a:bodyPr/>
        <a:lstStyle/>
        <a:p>
          <a:pPr>
            <a:defRPr/>
          </a:pPr>
          <a:endParaRPr lang="ru-RU" sz="2400">
            <a:latin typeface="Moscow University"/>
          </a:endParaRPr>
        </a:p>
      </dgm:t>
    </dgm:pt>
    <dgm:pt modelId="{4D1B6542-4F40-4C1F-8DAD-79B4EA500E9C}" type="parTrans" cxnId="{580ED98C-2AF9-4592-A7B6-C44305DDFB99}">
      <dgm:prSet/>
      <dgm:spPr bwMode="auto"/>
      <dgm:t>
        <a:bodyPr/>
        <a:lstStyle/>
        <a:p>
          <a:pPr>
            <a:defRPr/>
          </a:pPr>
          <a:endParaRPr lang="ru-RU"/>
        </a:p>
      </dgm:t>
    </dgm:pt>
    <dgm:pt modelId="{42038D4E-13B9-4D06-885D-8A1FE11703DB}" type="sibTrans" cxnId="{580ED98C-2AF9-4592-A7B6-C44305DDFB99}">
      <dgm:prSet/>
      <dgm:spPr bwMode="auto"/>
      <dgm:t>
        <a:bodyPr/>
        <a:lstStyle/>
        <a:p>
          <a:pPr>
            <a:defRPr/>
          </a:pPr>
          <a:endParaRPr lang="ru-RU"/>
        </a:p>
      </dgm:t>
    </dgm:pt>
    <dgm:pt modelId="{54D7DDA8-F7E2-491F-93DA-2EE1A5DFCC7E}">
      <dgm:prSet phldr="1" phldrT="[Текст]" custT="1"/>
      <dgm:spPr bwMode="auto">
        <a:solidFill>
          <a:schemeClr val="bg1"/>
        </a:solidFill>
      </dgm:spPr>
      <dgm:t>
        <a:bodyPr/>
        <a:lstStyle/>
        <a:p>
          <a:pPr>
            <a:defRPr/>
          </a:pPr>
          <a:endParaRPr lang="ru-RU" sz="2400">
            <a:latin typeface="Moscow University"/>
          </a:endParaRPr>
        </a:p>
      </dgm:t>
    </dgm:pt>
    <dgm:pt modelId="{217E9438-4EBD-4A8F-9457-562DA6ECFC53}" type="parTrans" cxnId="{33A1C034-587C-4B26-82AC-7EC3215CE04C}">
      <dgm:prSet/>
      <dgm:spPr bwMode="auto"/>
      <dgm:t>
        <a:bodyPr/>
        <a:lstStyle/>
        <a:p>
          <a:pPr>
            <a:defRPr/>
          </a:pPr>
          <a:endParaRPr lang="ru-RU"/>
        </a:p>
      </dgm:t>
    </dgm:pt>
    <dgm:pt modelId="{37274E3F-2A7A-4396-B9EC-B0C21A9D897E}" type="sibTrans" cxnId="{33A1C034-587C-4B26-82AC-7EC3215CE04C}">
      <dgm:prSet/>
      <dgm:spPr bwMode="auto"/>
      <dgm:t>
        <a:bodyPr/>
        <a:lstStyle/>
        <a:p>
          <a:pPr>
            <a:defRPr/>
          </a:pPr>
          <a:endParaRPr lang="ru-RU"/>
        </a:p>
      </dgm:t>
    </dgm:pt>
    <dgm:pt modelId="{C58BA48D-E25C-4E23-BAB2-3A1FA380247A}">
      <dgm:prSet phldr="1" phldrT="[Текст]" custT="1"/>
      <dgm:spPr bwMode="auto">
        <a:solidFill>
          <a:schemeClr val="bg1"/>
        </a:solidFill>
      </dgm:spPr>
      <dgm:t>
        <a:bodyPr/>
        <a:lstStyle/>
        <a:p>
          <a:pPr>
            <a:defRPr/>
          </a:pPr>
          <a:endParaRPr lang="ru-RU" sz="2400">
            <a:latin typeface="Moscow University"/>
          </a:endParaRPr>
        </a:p>
      </dgm:t>
    </dgm:pt>
    <dgm:pt modelId="{BF68DAA7-B179-4636-BF26-229B42C8EFAD}" type="parTrans" cxnId="{8896DBD5-7F08-429F-BFD7-63FCEADBDEC5}">
      <dgm:prSet/>
      <dgm:spPr bwMode="auto"/>
      <dgm:t>
        <a:bodyPr/>
        <a:lstStyle/>
        <a:p>
          <a:pPr>
            <a:defRPr/>
          </a:pPr>
          <a:endParaRPr lang="ru-RU"/>
        </a:p>
      </dgm:t>
    </dgm:pt>
    <dgm:pt modelId="{C78300CE-B48F-4B95-8F56-6636FAAFBC80}" type="sibTrans" cxnId="{8896DBD5-7F08-429F-BFD7-63FCEADBDEC5}">
      <dgm:prSet/>
      <dgm:spPr bwMode="auto"/>
      <dgm:t>
        <a:bodyPr/>
        <a:lstStyle/>
        <a:p>
          <a:pPr>
            <a:defRPr/>
          </a:pPr>
          <a:endParaRPr lang="ru-RU"/>
        </a:p>
      </dgm:t>
    </dgm:pt>
    <dgm:pt modelId="{6EC3DF62-3D23-498B-B139-517B1FD449E9}" type="pres">
      <dgm:prSet presAssocID="{36637650-5568-4265-9843-3D71C5E25DB2}" presName="compositeShape" presStyleCnt="0">
        <dgm:presLayoutVars>
          <dgm:chMax val="7"/>
          <dgm:dir val="norm"/>
          <dgm:resizeHandles val="exact"/>
        </dgm:presLayoutVars>
      </dgm:prSet>
      <dgm:spPr bwMode="auto"/>
    </dgm:pt>
    <dgm:pt modelId="{65D4209F-A964-436D-8273-2ECC920A3303}" type="pres">
      <dgm:prSet presAssocID="{36637650-5568-4265-9843-3D71C5E25DB2}" presName="wedge1" presStyleLbl="node1" presStyleIdx="0" presStyleCnt="3"/>
      <dgm:spPr bwMode="auto"/>
    </dgm:pt>
    <dgm:pt modelId="{D8F88E94-5889-4916-8E16-AA51DFF5CDB0}" type="pres">
      <dgm:prSet presAssocID="{36637650-5568-4265-9843-3D71C5E25DB2}" presName="dummy1a" presStyleCnt="0"/>
      <dgm:spPr bwMode="auto"/>
    </dgm:pt>
    <dgm:pt modelId="{9BE314FE-7BD8-4616-872C-0B34E039C681}" type="pres">
      <dgm:prSet presAssocID="{36637650-5568-4265-9843-3D71C5E25DB2}" presName="dummy1b" presStyleCnt="0"/>
      <dgm:spPr bwMode="auto"/>
    </dgm:pt>
    <dgm:pt modelId="{5B9A9599-E5DC-40C7-8A33-F108EECF75E1}" type="pres">
      <dgm:prSet presAssocID="{36637650-5568-4265-9843-3D71C5E25DB2}" presName="wedge1Tx" presStyleLbl="node1" presStyleIdx="0" presStyleCnt="3">
        <dgm:presLayoutVars>
          <dgm:chMax val="0"/>
          <dgm:chPref val="0"/>
          <dgm:bulletEnabled val="1"/>
        </dgm:presLayoutVars>
      </dgm:prSet>
      <dgm:spPr bwMode="auto"/>
    </dgm:pt>
    <dgm:pt modelId="{9D2E7DE7-5D8B-48AD-9CFA-A6F9ADC84D99}" type="pres">
      <dgm:prSet presAssocID="{36637650-5568-4265-9843-3D71C5E25DB2}" presName="wedge2" presStyleLbl="node1" presStyleIdx="1" presStyleCnt="3"/>
      <dgm:spPr bwMode="auto"/>
    </dgm:pt>
    <dgm:pt modelId="{74915C5C-3B7E-4086-9395-0AA57EC3D101}" type="pres">
      <dgm:prSet presAssocID="{36637650-5568-4265-9843-3D71C5E25DB2}" presName="dummy2a" presStyleCnt="0"/>
      <dgm:spPr bwMode="auto"/>
    </dgm:pt>
    <dgm:pt modelId="{DA859371-5327-4DEF-A605-6BB510989ADE}" type="pres">
      <dgm:prSet presAssocID="{36637650-5568-4265-9843-3D71C5E25DB2}" presName="dummy2b" presStyleCnt="0"/>
      <dgm:spPr bwMode="auto"/>
    </dgm:pt>
    <dgm:pt modelId="{517A5B2E-556A-4C88-8E3F-B66D3FBA786F}" type="pres">
      <dgm:prSet presAssocID="{36637650-5568-4265-9843-3D71C5E25DB2}" presName="wedge2Tx" presStyleLbl="node1" presStyleIdx="1" presStyleCnt="3">
        <dgm:presLayoutVars>
          <dgm:chMax val="0"/>
          <dgm:chPref val="0"/>
          <dgm:bulletEnabled val="1"/>
        </dgm:presLayoutVars>
      </dgm:prSet>
      <dgm:spPr bwMode="auto"/>
    </dgm:pt>
    <dgm:pt modelId="{9E153B95-D8FF-442C-A18C-49ED2FE39E41}" type="pres">
      <dgm:prSet presAssocID="{36637650-5568-4265-9843-3D71C5E25DB2}" presName="wedge3" presStyleLbl="node1" presStyleIdx="2" presStyleCnt="3"/>
      <dgm:spPr bwMode="auto"/>
    </dgm:pt>
    <dgm:pt modelId="{F9947DE9-0D7A-4DCE-B52C-0F2875FFB736}" type="pres">
      <dgm:prSet presAssocID="{36637650-5568-4265-9843-3D71C5E25DB2}" presName="dummy3a" presStyleCnt="0"/>
      <dgm:spPr bwMode="auto"/>
    </dgm:pt>
    <dgm:pt modelId="{CF9713E6-E5E3-4B47-91C9-7E11BDB24257}" type="pres">
      <dgm:prSet presAssocID="{36637650-5568-4265-9843-3D71C5E25DB2}" presName="dummy3b" presStyleCnt="0"/>
      <dgm:spPr bwMode="auto"/>
    </dgm:pt>
    <dgm:pt modelId="{5AFA4C27-8247-4A32-80B3-7011DFE41178}" type="pres">
      <dgm:prSet presAssocID="{36637650-5568-4265-9843-3D71C5E25DB2}" presName="wedge3Tx" presStyleLbl="node1" presStyleIdx="2" presStyleCnt="3">
        <dgm:presLayoutVars>
          <dgm:chMax val="0"/>
          <dgm:chPref val="0"/>
          <dgm:bulletEnabled val="1"/>
        </dgm:presLayoutVars>
      </dgm:prSet>
      <dgm:spPr bwMode="auto"/>
    </dgm:pt>
    <dgm:pt modelId="{60B7BE67-3C1A-4FE5-A870-BF027D80EC3B}" type="pres">
      <dgm:prSet presAssocID="{42038D4E-13B9-4D06-885D-8A1FE11703DB}" presName="arrowWedge1" presStyleLbl="fgSibTrans2D1" presStyleIdx="0" presStyleCnt="3"/>
      <dgm:spPr bwMode="auto">
        <a:solidFill>
          <a:srgbClr val="7F5CFF"/>
        </a:solidFill>
      </dgm:spPr>
    </dgm:pt>
    <dgm:pt modelId="{CD91CE52-7134-4224-9207-62CDCD8A3388}" type="pres">
      <dgm:prSet presAssocID="{37274E3F-2A7A-4396-B9EC-B0C21A9D897E}" presName="arrowWedge2" presStyleLbl="fgSibTrans2D1" presStyleIdx="1" presStyleCnt="3"/>
      <dgm:spPr bwMode="auto">
        <a:solidFill>
          <a:srgbClr val="7F5CFF"/>
        </a:solidFill>
      </dgm:spPr>
    </dgm:pt>
    <dgm:pt modelId="{98E5C20D-F29A-4C34-AD13-7563162D5E80}" type="pres">
      <dgm:prSet presAssocID="{C78300CE-B48F-4B95-8F56-6636FAAFBC80}" presName="arrowWedge3" presStyleLbl="fgSibTrans2D1" presStyleIdx="2" presStyleCnt="3"/>
      <dgm:spPr bwMode="auto">
        <a:solidFill>
          <a:srgbClr val="7F5CFF"/>
        </a:solidFill>
      </dgm:spPr>
    </dgm:pt>
  </dgm:ptLst>
  <dgm:cxnLst>
    <dgm:cxn modelId="{194B6116-2C49-4293-A837-5C7654315EC9}" type="presOf" srcId="{BC7C4AB9-4F17-4233-8411-7251DF85471F}" destId="{5B9A9599-E5DC-40C7-8A33-F108EECF75E1}" srcOrd="1" destOrd="0" presId="urn:microsoft.com/office/officeart/2005/8/layout/cycle8"/>
    <dgm:cxn modelId="{2F226B16-7F1D-4C70-B16A-E066032D3C17}" type="presOf" srcId="{36637650-5568-4265-9843-3D71C5E25DB2}" destId="{6EC3DF62-3D23-498B-B139-517B1FD449E9}" srcOrd="0" destOrd="0" presId="urn:microsoft.com/office/officeart/2005/8/layout/cycle8"/>
    <dgm:cxn modelId="{3DD44E18-8A10-4666-A1DA-966D07B90688}" type="presOf" srcId="{54D7DDA8-F7E2-491F-93DA-2EE1A5DFCC7E}" destId="{517A5B2E-556A-4C88-8E3F-B66D3FBA786F}" srcOrd="1" destOrd="0" presId="urn:microsoft.com/office/officeart/2005/8/layout/cycle8"/>
    <dgm:cxn modelId="{C036731B-A3C6-466C-BD64-46EF33F9DEFF}" type="presOf" srcId="{C58BA48D-E25C-4E23-BAB2-3A1FA380247A}" destId="{5AFA4C27-8247-4A32-80B3-7011DFE41178}" srcOrd="1" destOrd="0" presId="urn:microsoft.com/office/officeart/2005/8/layout/cycle8"/>
    <dgm:cxn modelId="{33A1C034-587C-4B26-82AC-7EC3215CE04C}" srcId="{36637650-5568-4265-9843-3D71C5E25DB2}" destId="{54D7DDA8-F7E2-491F-93DA-2EE1A5DFCC7E}" srcOrd="1" destOrd="0" parTransId="{217E9438-4EBD-4A8F-9457-562DA6ECFC53}" sibTransId="{37274E3F-2A7A-4396-B9EC-B0C21A9D897E}"/>
    <dgm:cxn modelId="{674B3480-BBD7-4054-8A14-356A11F8ED3C}" type="presOf" srcId="{BC7C4AB9-4F17-4233-8411-7251DF85471F}" destId="{65D4209F-A964-436D-8273-2ECC920A3303}" srcOrd="0" destOrd="0" presId="urn:microsoft.com/office/officeart/2005/8/layout/cycle8"/>
    <dgm:cxn modelId="{580ED98C-2AF9-4592-A7B6-C44305DDFB99}" srcId="{36637650-5568-4265-9843-3D71C5E25DB2}" destId="{BC7C4AB9-4F17-4233-8411-7251DF85471F}" srcOrd="0" destOrd="0" parTransId="{4D1B6542-4F40-4C1F-8DAD-79B4EA500E9C}" sibTransId="{42038D4E-13B9-4D06-885D-8A1FE11703DB}"/>
    <dgm:cxn modelId="{445E63B0-FB31-498A-8019-0B48B61144FB}" type="presOf" srcId="{54D7DDA8-F7E2-491F-93DA-2EE1A5DFCC7E}" destId="{9D2E7DE7-5D8B-48AD-9CFA-A6F9ADC84D99}" srcOrd="0" destOrd="0" presId="urn:microsoft.com/office/officeart/2005/8/layout/cycle8"/>
    <dgm:cxn modelId="{8896DBD5-7F08-429F-BFD7-63FCEADBDEC5}" srcId="{36637650-5568-4265-9843-3D71C5E25DB2}" destId="{C58BA48D-E25C-4E23-BAB2-3A1FA380247A}" srcOrd="2" destOrd="0" parTransId="{BF68DAA7-B179-4636-BF26-229B42C8EFAD}" sibTransId="{C78300CE-B48F-4B95-8F56-6636FAAFBC80}"/>
    <dgm:cxn modelId="{221A6DE8-9719-4B75-9D06-19AC7014230D}" type="presOf" srcId="{C58BA48D-E25C-4E23-BAB2-3A1FA380247A}" destId="{9E153B95-D8FF-442C-A18C-49ED2FE39E41}" srcOrd="0" destOrd="0" presId="urn:microsoft.com/office/officeart/2005/8/layout/cycle8"/>
    <dgm:cxn modelId="{D6598EB4-1496-462D-85A7-F85E21ABD2C1}" type="presParOf" srcId="{6EC3DF62-3D23-498B-B139-517B1FD449E9}" destId="{65D4209F-A964-436D-8273-2ECC920A3303}" srcOrd="0" destOrd="0" presId="urn:microsoft.com/office/officeart/2005/8/layout/cycle8"/>
    <dgm:cxn modelId="{C3D1E50E-7A61-4067-9084-5EA4E7EAE9C6}" type="presParOf" srcId="{6EC3DF62-3D23-498B-B139-517B1FD449E9}" destId="{D8F88E94-5889-4916-8E16-AA51DFF5CDB0}" srcOrd="1" destOrd="0" presId="urn:microsoft.com/office/officeart/2005/8/layout/cycle8"/>
    <dgm:cxn modelId="{D5A69C2D-FAB3-45D0-823A-BA0480626EF8}" type="presParOf" srcId="{6EC3DF62-3D23-498B-B139-517B1FD449E9}" destId="{9BE314FE-7BD8-4616-872C-0B34E039C681}" srcOrd="2" destOrd="0" presId="urn:microsoft.com/office/officeart/2005/8/layout/cycle8"/>
    <dgm:cxn modelId="{702ADFF2-068E-4612-A461-DA35D708D9DB}" type="presParOf" srcId="{6EC3DF62-3D23-498B-B139-517B1FD449E9}" destId="{5B9A9599-E5DC-40C7-8A33-F108EECF75E1}" srcOrd="3" destOrd="0" presId="urn:microsoft.com/office/officeart/2005/8/layout/cycle8"/>
    <dgm:cxn modelId="{82ABCADA-4D13-4261-8D8C-930F43EE666F}" type="presParOf" srcId="{6EC3DF62-3D23-498B-B139-517B1FD449E9}" destId="{9D2E7DE7-5D8B-48AD-9CFA-A6F9ADC84D99}" srcOrd="4" destOrd="0" presId="urn:microsoft.com/office/officeart/2005/8/layout/cycle8"/>
    <dgm:cxn modelId="{E7B568B5-025F-49B5-A91D-443D6493E1B6}" type="presParOf" srcId="{6EC3DF62-3D23-498B-B139-517B1FD449E9}" destId="{74915C5C-3B7E-4086-9395-0AA57EC3D101}" srcOrd="5" destOrd="0" presId="urn:microsoft.com/office/officeart/2005/8/layout/cycle8"/>
    <dgm:cxn modelId="{46416280-B54E-4A04-A5BB-E4CCEC738AB2}" type="presParOf" srcId="{6EC3DF62-3D23-498B-B139-517B1FD449E9}" destId="{DA859371-5327-4DEF-A605-6BB510989ADE}" srcOrd="6" destOrd="0" presId="urn:microsoft.com/office/officeart/2005/8/layout/cycle8"/>
    <dgm:cxn modelId="{0637572D-06D3-4D00-BF58-5C2BBC1C63C8}" type="presParOf" srcId="{6EC3DF62-3D23-498B-B139-517B1FD449E9}" destId="{517A5B2E-556A-4C88-8E3F-B66D3FBA786F}" srcOrd="7" destOrd="0" presId="urn:microsoft.com/office/officeart/2005/8/layout/cycle8"/>
    <dgm:cxn modelId="{ECC758DE-DA11-483E-80C4-4AA8D1EC14E8}" type="presParOf" srcId="{6EC3DF62-3D23-498B-B139-517B1FD449E9}" destId="{9E153B95-D8FF-442C-A18C-49ED2FE39E41}" srcOrd="8" destOrd="0" presId="urn:microsoft.com/office/officeart/2005/8/layout/cycle8"/>
    <dgm:cxn modelId="{135571A3-B134-43DC-A3A0-BAB533D43FE5}" type="presParOf" srcId="{6EC3DF62-3D23-498B-B139-517B1FD449E9}" destId="{F9947DE9-0D7A-4DCE-B52C-0F2875FFB736}" srcOrd="9" destOrd="0" presId="urn:microsoft.com/office/officeart/2005/8/layout/cycle8"/>
    <dgm:cxn modelId="{4095905B-77ED-4DC1-A6D6-54B97957DBBA}" type="presParOf" srcId="{6EC3DF62-3D23-498B-B139-517B1FD449E9}" destId="{CF9713E6-E5E3-4B47-91C9-7E11BDB24257}" srcOrd="10" destOrd="0" presId="urn:microsoft.com/office/officeart/2005/8/layout/cycle8"/>
    <dgm:cxn modelId="{BBF7AD7B-5779-428F-BE53-1D26E9868623}" type="presParOf" srcId="{6EC3DF62-3D23-498B-B139-517B1FD449E9}" destId="{5AFA4C27-8247-4A32-80B3-7011DFE41178}" srcOrd="11" destOrd="0" presId="urn:microsoft.com/office/officeart/2005/8/layout/cycle8"/>
    <dgm:cxn modelId="{D227BF16-E4E1-41FC-A31A-ADE283F6F646}" type="presParOf" srcId="{6EC3DF62-3D23-498B-B139-517B1FD449E9}" destId="{60B7BE67-3C1A-4FE5-A870-BF027D80EC3B}" srcOrd="12" destOrd="0" presId="urn:microsoft.com/office/officeart/2005/8/layout/cycle8"/>
    <dgm:cxn modelId="{BD94ADF5-8B64-4205-9270-1ECCBB7980D6}" type="presParOf" srcId="{6EC3DF62-3D23-498B-B139-517B1FD449E9}" destId="{CD91CE52-7134-4224-9207-62CDCD8A3388}" srcOrd="13" destOrd="0" presId="urn:microsoft.com/office/officeart/2005/8/layout/cycle8"/>
    <dgm:cxn modelId="{FE836220-3F89-448D-980C-C3CEF2729B4B}" type="presParOf" srcId="{6EC3DF62-3D23-498B-B139-517B1FD449E9}" destId="{98E5C20D-F29A-4C34-AD13-7563162D5E80}" srcOrd="14" destOrd="0" presId="urn:microsoft.com/office/officeart/2005/8/layout/cycle8"/>
  </dgm:cxnLst>
  <dgm:bg/>
  <dgm:whole/>
  <dgm:extLst>
    <a:ext uri="http://schemas.microsoft.com/office/drawing/2008/diagram">
      <dsp:dataModelExt xmlns:dsp="http://schemas.microsoft.com/office/drawing/2008/diagram" relId="rId1" minVer="http://schemas.openxmlformats.org/drawingml/2006/diagram"/>
    </a:ext>
  </dgm:extLst>
</dgm:dataModel>
</file>

<file path=ppt/diagrams/drawing1.xml><?xml version="1.0" encoding="utf-8"?>
<dsp:drawing xmlns:dsp="http://schemas.microsoft.com/office/drawing/2008/diagram" xmlns:dgm="http://schemas.openxmlformats.org/drawingml/2006/diagram" xmlns:a="http://schemas.openxmlformats.org/drawingml/2006/main" xmlns:r="http://schemas.openxmlformats.org/officeDocument/2006/relationships">
  <dsp:spTree>
    <dsp:nvGrpSpPr>
      <dsp:cNvPr id="1027317960" name=""/>
      <dsp:cNvGrpSpPr/>
    </dsp:nvGrpSpPr>
    <dsp:grpSpPr bwMode="auto">
      <a:xfrm>
        <a:off x="0" y="0"/>
        <a:ext cx="5528330" cy="4964095"/>
        <a:chOff x="0" y="0"/>
        <a:chExt cx="5528330" cy="4964095"/>
      </a:xfrm>
    </dsp:grpSpPr>
    <dsp:sp modelId="{65D4209F-A964-436D-8273-2ECC920A3303}">
      <dsp:nvSpPr>
        <dsp:cNvPr id="0" name=""/>
        <dsp:cNvSpPr/>
      </dsp:nvSpPr>
      <dsp:spPr bwMode="auto">
        <a:xfrm>
          <a:off x="765123" y="322666"/>
          <a:ext cx="4169839" cy="4169839"/>
        </a:xfrm>
        <a:prstGeom prst="pie">
          <a:avLst>
            <a:gd name="adj1" fmla="val 16200000"/>
            <a:gd name="adj2" fmla="val 1800000"/>
          </a:avLst>
        </a:prstGeom>
        <a:solidFill>
          <a:schemeClr val="bg1"/>
        </a:solidFill>
        <a:ln>
          <a:noFill/>
        </a:ln>
        <a:effectLst/>
      </dsp:spPr>
      <dsp:style>
        <a:lnRef idx="0">
          <a:srgbClr val="000000"/>
        </a:lnRef>
        <a:fillRef idx="2">
          <a:srgbClr val="000000"/>
        </a:fillRef>
        <a:effectRef idx="1">
          <a:srgbClr val="000000"/>
        </a:effectRef>
        <a:fontRef idx="minor">
          <a:schemeClr val="dk1"/>
        </a:fontRef>
      </dsp:style>
      <dsp:txBody>
        <a:bodyPr spcFirstLastPara="0" vert="horz" wrap="square" lIns="30480" tIns="30480" rIns="30480" bIns="30480" numCol="1" spcCol="1270" anchor="ctr" anchorCtr="0">
          <a:noAutofit/>
        </a:bodyPr>
        <a:lstStyle/>
        <a:p>
          <a:pPr marL="0" lvl="0" indent="0" algn="ctr" defTabSz="1066800">
            <a:lnSpc>
              <a:spcPct val="90000"/>
            </a:lnSpc>
            <a:spcBef>
              <a:spcPts val="0"/>
            </a:spcBef>
            <a:spcAft>
              <a:spcPts val="0"/>
            </a:spcAft>
            <a:buNone/>
            <a:defRPr/>
          </a:pPr>
          <a:endParaRPr lang="ru-RU" sz="2400">
            <a:latin typeface="Moscow University"/>
          </a:endParaRPr>
        </a:p>
      </dsp:txBody>
      <dsp:txXfrm>
        <a:off x="2962728" y="1206275"/>
        <a:ext cx="1489228" cy="1241022"/>
      </dsp:txXfrm>
    </dsp:sp>
    <dsp:sp modelId="{9D2E7DE7-5D8B-48AD-9CFA-A6F9ADC84D99}">
      <dsp:nvSpPr>
        <dsp:cNvPr id="0" name=""/>
        <dsp:cNvSpPr/>
      </dsp:nvSpPr>
      <dsp:spPr bwMode="auto">
        <a:xfrm>
          <a:off x="679245" y="471589"/>
          <a:ext cx="4169839" cy="4169839"/>
        </a:xfrm>
        <a:prstGeom prst="pie">
          <a:avLst>
            <a:gd name="adj1" fmla="val 1800000"/>
            <a:gd name="adj2" fmla="val 9000000"/>
          </a:avLst>
        </a:prstGeom>
        <a:solidFill>
          <a:schemeClr val="bg1"/>
        </a:solidFill>
        <a:ln>
          <a:noFill/>
        </a:ln>
        <a:effectLst/>
      </dsp:spPr>
      <dsp:style>
        <a:lnRef idx="0">
          <a:srgbClr val="000000"/>
        </a:lnRef>
        <a:fillRef idx="2">
          <a:srgbClr val="000000"/>
        </a:fillRef>
        <a:effectRef idx="1">
          <a:srgbClr val="000000"/>
        </a:effectRef>
        <a:fontRef idx="minor">
          <a:schemeClr val="dk1"/>
        </a:fontRef>
      </dsp:style>
      <dsp:txBody>
        <a:bodyPr spcFirstLastPara="0" vert="horz" wrap="square" lIns="30480" tIns="30480" rIns="30480" bIns="30480" numCol="1" spcCol="1270" anchor="ctr" anchorCtr="0">
          <a:noAutofit/>
        </a:bodyPr>
        <a:lstStyle/>
        <a:p>
          <a:pPr marL="0" lvl="0" indent="0" algn="ctr" defTabSz="1066800">
            <a:lnSpc>
              <a:spcPct val="90000"/>
            </a:lnSpc>
            <a:spcBef>
              <a:spcPts val="0"/>
            </a:spcBef>
            <a:spcAft>
              <a:spcPts val="0"/>
            </a:spcAft>
            <a:buNone/>
            <a:defRPr/>
          </a:pPr>
          <a:endParaRPr lang="ru-RU" sz="2400">
            <a:latin typeface="Moscow University"/>
          </a:endParaRPr>
        </a:p>
      </dsp:txBody>
      <dsp:txXfrm>
        <a:off x="1672064" y="3177020"/>
        <a:ext cx="2233842" cy="1092100"/>
      </dsp:txXfrm>
    </dsp:sp>
    <dsp:sp modelId="{9E153B95-D8FF-442C-A18C-49ED2FE39E41}">
      <dsp:nvSpPr>
        <dsp:cNvPr id="0" name=""/>
        <dsp:cNvSpPr/>
      </dsp:nvSpPr>
      <dsp:spPr bwMode="auto">
        <a:xfrm>
          <a:off x="593366" y="322666"/>
          <a:ext cx="4169839" cy="4169839"/>
        </a:xfrm>
        <a:prstGeom prst="pie">
          <a:avLst>
            <a:gd name="adj1" fmla="val 9000000"/>
            <a:gd name="adj2" fmla="val 16200000"/>
          </a:avLst>
        </a:prstGeom>
        <a:solidFill>
          <a:schemeClr val="bg1"/>
        </a:solidFill>
        <a:ln>
          <a:noFill/>
        </a:ln>
        <a:effectLst/>
      </dsp:spPr>
      <dsp:style>
        <a:lnRef idx="0">
          <a:srgbClr val="000000"/>
        </a:lnRef>
        <a:fillRef idx="2">
          <a:srgbClr val="000000"/>
        </a:fillRef>
        <a:effectRef idx="1">
          <a:srgbClr val="000000"/>
        </a:effectRef>
        <a:fontRef idx="minor">
          <a:schemeClr val="dk1"/>
        </a:fontRef>
      </dsp:style>
      <dsp:txBody>
        <a:bodyPr spcFirstLastPara="0" vert="horz" wrap="square" lIns="30480" tIns="30480" rIns="30480" bIns="30480" numCol="1" spcCol="1270" anchor="ctr" anchorCtr="0">
          <a:noAutofit/>
        </a:bodyPr>
        <a:lstStyle/>
        <a:p>
          <a:pPr marL="0" lvl="0" indent="0" algn="ctr" defTabSz="1066800">
            <a:lnSpc>
              <a:spcPct val="90000"/>
            </a:lnSpc>
            <a:spcBef>
              <a:spcPts val="0"/>
            </a:spcBef>
            <a:spcAft>
              <a:spcPts val="0"/>
            </a:spcAft>
            <a:buNone/>
            <a:defRPr/>
          </a:pPr>
          <a:endParaRPr lang="ru-RU" sz="2400">
            <a:latin typeface="Moscow University"/>
          </a:endParaRPr>
        </a:p>
      </dsp:txBody>
      <dsp:txXfrm>
        <a:off x="1076372" y="1206275"/>
        <a:ext cx="1489228" cy="1241022"/>
      </dsp:txXfrm>
    </dsp:sp>
    <dsp:sp modelId="{60B7BE67-3C1A-4FE5-A870-BF027D80EC3B}">
      <dsp:nvSpPr>
        <dsp:cNvPr id="0" name=""/>
        <dsp:cNvSpPr/>
      </dsp:nvSpPr>
      <dsp:spPr bwMode="auto">
        <a:xfrm>
          <a:off x="507335" y="64533"/>
          <a:ext cx="4686105" cy="4686105"/>
        </a:xfrm>
        <a:prstGeom prst="circularArrow">
          <a:avLst>
            <a:gd name="adj1" fmla="val 5085"/>
            <a:gd name="adj2" fmla="val 327528"/>
            <a:gd name="adj3" fmla="val 1472472"/>
            <a:gd name="adj4" fmla="val 16199432"/>
            <a:gd name="adj5" fmla="val 5932"/>
          </a:avLst>
        </a:prstGeom>
        <a:solidFill>
          <a:srgbClr val="7F5CFF"/>
        </a:solidFill>
        <a:ln>
          <a:noFill/>
        </a:ln>
        <a:effectLst/>
      </dsp:spPr>
      <dsp:style>
        <a:lnRef idx="0">
          <a:srgbClr val="000000"/>
        </a:lnRef>
        <a:fillRef idx="2">
          <a:srgbClr val="000000"/>
        </a:fillRef>
        <a:effectRef idx="1">
          <a:srgbClr val="000000"/>
        </a:effectRef>
        <a:fontRef idx="minor">
          <a:schemeClr val="dk1"/>
        </a:fontRef>
      </dsp:style>
    </dsp:sp>
    <dsp:sp modelId="{CD91CE52-7134-4224-9207-62CDCD8A3388}">
      <dsp:nvSpPr>
        <dsp:cNvPr id="0" name=""/>
        <dsp:cNvSpPr/>
      </dsp:nvSpPr>
      <dsp:spPr bwMode="auto">
        <a:xfrm>
          <a:off x="421112" y="213192"/>
          <a:ext cx="4686105" cy="4686105"/>
        </a:xfrm>
        <a:prstGeom prst="circularArrow">
          <a:avLst>
            <a:gd name="adj1" fmla="val 5085"/>
            <a:gd name="adj2" fmla="val 327528"/>
            <a:gd name="adj3" fmla="val 8671970"/>
            <a:gd name="adj4" fmla="val 1800502"/>
            <a:gd name="adj5" fmla="val 5932"/>
          </a:avLst>
        </a:prstGeom>
        <a:solidFill>
          <a:srgbClr val="7F5CFF"/>
        </a:solidFill>
        <a:ln>
          <a:noFill/>
        </a:ln>
        <a:effectLst/>
      </dsp:spPr>
      <dsp:style>
        <a:lnRef idx="0">
          <a:srgbClr val="000000"/>
        </a:lnRef>
        <a:fillRef idx="2">
          <a:srgbClr val="000000"/>
        </a:fillRef>
        <a:effectRef idx="1">
          <a:srgbClr val="000000"/>
        </a:effectRef>
        <a:fontRef idx="minor">
          <a:schemeClr val="dk1"/>
        </a:fontRef>
      </dsp:style>
    </dsp:sp>
    <dsp:sp modelId="{98E5C20D-F29A-4C34-AD13-7563162D5E80}">
      <dsp:nvSpPr>
        <dsp:cNvPr id="0" name=""/>
        <dsp:cNvSpPr/>
      </dsp:nvSpPr>
      <dsp:spPr bwMode="auto">
        <a:xfrm>
          <a:off x="334889" y="64533"/>
          <a:ext cx="4686105" cy="4686105"/>
        </a:xfrm>
        <a:prstGeom prst="circularArrow">
          <a:avLst>
            <a:gd name="adj1" fmla="val 5085"/>
            <a:gd name="adj2" fmla="val 327528"/>
            <a:gd name="adj3" fmla="val 15873039"/>
            <a:gd name="adj4" fmla="val 9000000"/>
            <a:gd name="adj5" fmla="val 5932"/>
          </a:avLst>
        </a:prstGeom>
        <a:solidFill>
          <a:srgbClr val="7F5CFF"/>
        </a:solidFill>
        <a:ln>
          <a:noFill/>
        </a:ln>
        <a:effectLst/>
      </dsp:spPr>
      <dsp:style>
        <a:lnRef idx="0">
          <a:srgbClr val="000000"/>
        </a:lnRef>
        <a:fillRef idx="2">
          <a:srgbClr val="000000"/>
        </a:fillRef>
        <a:effectRef idx="1">
          <a:srgbClr val="000000"/>
        </a:effectRef>
        <a:fontRef idx="minor">
          <a:schemeClr val="dk1"/>
        </a:fontRef>
      </dsp:style>
    </dsp:sp>
  </dsp:spTree>
</dsp:drawing>
</file>

<file path=ppt/diagrams/layout1.xml><?xml version="1.0" encoding="utf-8"?>
<dgm:layoutDef xmlns:dgm="http://schemas.openxmlformats.org/drawingml/2006/diagram" xmlns:a="http://schemas.openxmlformats.org/drawingml/2006/main" xmlns:r="http://schemas.openxmlformats.org/officeDocument/2006/relationships" uniqueId="urn:microsoft.com/office/officeart/2005/8/layout/cycle8">
  <dgm:title val=""/>
  <dgm:desc val=""/>
  <dgm:catLst>
    <dgm:cat type="cycle" pri="70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  <dgm:pt modelId="5"/>
      </dgm:ptLst>
      <dgm:cxnLst>
        <dgm:cxn modelId="7" srcId="0" destId="1" srcOrd="0" destOrd="0"/>
        <dgm:cxn modelId="8" srcId="0" destId="2" srcOrd="1" destOrd="0"/>
        <dgm:cxn modelId="9" srcId="0" destId="3" srcOrd="2" destOrd="0"/>
        <dgm:cxn modelId="10" srcId="0" destId="4" srcOrd="3" destOrd="0"/>
        <dgm:cxn modelId="11" srcId="0" destId="5" srcOrd="4" destOrd="0"/>
      </dgm:cxnLst>
      <dgm:bg/>
      <dgm:whole/>
    </dgm:dataModel>
  </dgm:clrData>
  <dgm:layoutNode name="compositeShape">
    <dgm:varLst>
      <dgm:chMax val="7"/>
      <dgm:dir val="norm"/>
      <dgm:resizeHandles val="exact"/>
    </dgm:varLst>
    <dgm:alg type="composite">
      <dgm:param type="horzAlign" val="ctr"/>
      <dgm:param type="vertAlign" val="mid"/>
      <dgm:param type="ar" val="1"/>
    </dgm:alg>
    <dgm:shape r:blip="">
      <dgm:adjLst/>
    </dgm:shape>
    <dgm:presOf/>
    <dgm:choose name="Name0">
      <dgm:if name="Name1" axis="ch" ptType="node" func="cnt" op="equ" val="1">
        <dgm:constrLst>
          <dgm:constr type="l" for="ch" forName="wedge1" refType="w" fact="0.080000"/>
          <dgm:constr type="t" for="ch" forName="wedge1" refType="w" fact="0.080000"/>
          <dgm:constr type="w" for="ch" forName="wedge1" refType="w" fact="0.840000"/>
          <dgm:constr type="h" for="ch" forName="wedge1" refType="h" fact="0.840000"/>
          <dgm:constr type="l" for="ch" forName="dummy1a" refType="w" fact="0.500000"/>
          <dgm:constr type="t" for="ch" forName="dummy1a" refType="h" fact="0.080000"/>
          <dgm:constr type="l" for="ch" forName="dummy1b" refType="w" fact="0.500000"/>
          <dgm:constr type="t" for="ch" forName="dummy1b" refType="h" fact="0.080000"/>
          <dgm:constr type="l" for="ch" forName="wedge1Tx" refType="w" fact="0.220000"/>
          <dgm:constr type="t" for="ch" forName="wedge1Tx" refType="h" fact="0.220000"/>
          <dgm:constr type="w" for="ch" forName="wedge1Tx" refType="w" fact="0.560000"/>
          <dgm:constr type="h" for="ch" forName="wedge1Tx" refType="h" fact="0.560000"/>
          <dgm:constr type="h" for="ch" forName="arrowWedge1single" refType="w" fact="0.080000"/>
          <dgm:constr type="diam" for="ch" forName="arrowWedge1single" refType="w" fact="0.840000"/>
          <dgm:constr type="l" for="ch" forName="arrowWedge1single" refType="w" fact="0.500000"/>
          <dgm:constr type="t" for="ch" forName="arrowWedge1single" refType="w" fact="0.500000"/>
          <dgm:constr type="primFontSz" for="ch" ptType="node" op="equ"/>
        </dgm:constrLst>
      </dgm:if>
      <dgm:if name="Name2" axis="ch" ptType="node" func="cnt" op="equ" val="2">
        <dgm:constrLst>
          <dgm:constr type="l" for="ch" forName="wedge1" refType="w" fact="0.100000"/>
          <dgm:constr type="t" for="ch" forName="wedge1" refType="w" fact="0.080000"/>
          <dgm:constr type="w" for="ch" forName="wedge1" refType="w" fact="0.840000"/>
          <dgm:constr type="h" for="ch" forName="wedge1" refType="h" fact="0.840000"/>
          <dgm:constr type="l" for="ch" forName="dummy1a" refType="w" fact="0.520000"/>
          <dgm:constr type="t" for="ch" forName="dummy1a" refType="h" fact="0.080000"/>
          <dgm:constr type="l" for="ch" forName="dummy1b" refType="w" fact="0.520000"/>
          <dgm:constr type="t" for="ch" forName="dummy1b" refType="h" fact="0.920000"/>
          <dgm:constr type="l" for="ch" forName="wedge1Tx" refType="w" fact="0.559000"/>
          <dgm:constr type="t" for="ch" forName="wedge1Tx" refType="h" fact="0.300000"/>
          <dgm:constr type="w" for="ch" forName="wedge1Tx" refType="w" fact="0.300000"/>
          <dgm:constr type="h" for="ch" forName="wedge1Tx" refType="h" fact="0.400000"/>
          <dgm:constr type="l" for="ch" forName="wedge2" refType="w" fact="0.060000"/>
          <dgm:constr type="t" for="ch" forName="wedge2" refType="w" fact="0.080000"/>
          <dgm:constr type="w" for="ch" forName="wedge2" refType="w" fact="0.840000"/>
          <dgm:constr type="h" for="ch" forName="wedge2" refType="h" fact="0.840000"/>
          <dgm:constr type="l" for="ch" forName="dummy2a" refType="w" fact="0.480000"/>
          <dgm:constr type="t" for="ch" forName="dummy2a" refType="h" fact="0.920000"/>
          <dgm:constr type="l" for="ch" forName="dummy2b" refType="w" fact="0.480000"/>
          <dgm:constr type="t" for="ch" forName="dummy2b" refType="h" fact="0.080000"/>
          <dgm:constr type="r" for="ch" forName="wedge2Tx" refType="w" fact="0.441000"/>
          <dgm:constr type="t" for="ch" forName="wedge2Tx" refType="h" fact="0.300000"/>
          <dgm:constr type="w" for="ch" forName="wedge2Tx" refType="w" fact="0.300000"/>
          <dgm:constr type="h" for="ch" forName="wedge2Tx" refType="h" fact="0.400000"/>
          <dgm:constr type="h" for="ch" forName="arrowWedge1" refType="w" fact="0.080000"/>
          <dgm:constr type="diam" for="ch" forName="arrowWedge1" refType="w" fact="0.840000"/>
          <dgm:constr type="l" for="ch" forName="arrowWedge1" refType="w" fact="0.500000"/>
          <dgm:constr type="t" for="ch" forName="arrowWedge1" refType="w" fact="0.500000"/>
          <dgm:constr type="h" for="ch" forName="arrowWedge2" refType="w" fact="0.080000"/>
          <dgm:constr type="diam" for="ch" forName="arrowWedge2" refType="w" fact="0.840000"/>
          <dgm:constr type="l" for="ch" forName="arrowWedge2" refType="w" fact="0.500000"/>
          <dgm:constr type="t" for="ch" forName="arrowWedge2" refType="w" fact="0.500000"/>
          <dgm:constr type="primFontSz" for="ch" ptType="node" op="equ"/>
        </dgm:constrLst>
      </dgm:if>
      <dgm:if name="Name3" axis="ch" ptType="node" func="cnt" op="equ" val="3">
        <dgm:constrLst>
          <dgm:constr type="l" for="ch" forName="wedge1" refType="w" fact="0.097300"/>
          <dgm:constr type="t" for="ch" forName="wedge1" refType="w" fact="0.070000"/>
          <dgm:constr type="w" for="ch" forName="wedge1" refType="w" fact="0.840000"/>
          <dgm:constr type="h" for="ch" forName="wedge1" refType="h" fact="0.840000"/>
          <dgm:constr type="l" for="ch" forName="dummy1a" refType="w" fact="0.517300"/>
          <dgm:constr type="t" for="ch" forName="dummy1a" refType="h" fact="0.070000"/>
          <dgm:constr type="l" for="ch" forName="dummy1b" refType="w" fact="0.881100"/>
          <dgm:constr type="t" for="ch" forName="dummy1b" refType="h" fact="0.700000"/>
          <dgm:constr type="l" for="ch" forName="wedge1Tx" refType="w" fact="0.540000"/>
          <dgm:constr type="t" for="ch" forName="wedge1Tx" refType="h" fact="0.248000"/>
          <dgm:constr type="w" for="ch" forName="wedge1Tx" refType="w" fact="0.300000"/>
          <dgm:constr type="h" for="ch" forName="wedge1Tx" refType="h" fact="0.250000"/>
          <dgm:constr type="l" for="ch" forName="wedge2" refType="w" fact="0.080000"/>
          <dgm:constr type="t" for="ch" forName="wedge2" refType="w" fact="0.100000"/>
          <dgm:constr type="w" for="ch" forName="wedge2" refType="w" fact="0.840000"/>
          <dgm:constr type="h" for="ch" forName="wedge2" refType="h" fact="0.840000"/>
          <dgm:constr type="l" for="ch" forName="dummy2a" refType="w" fact="0.863700"/>
          <dgm:constr type="t" for="ch" forName="dummy2a" refType="h" fact="0.730000"/>
          <dgm:constr type="l" for="ch" forName="dummy2b" refType="w" fact="0.136300"/>
          <dgm:constr type="t" for="ch" forName="dummy2b" refType="h" fact="0.730000"/>
          <dgm:constr type="l" for="ch" forName="wedge2Tx" refType="w" fact="0.280000"/>
          <dgm:constr type="t" for="ch" forName="wedge2Tx" refType="h" fact="0.645000"/>
          <dgm:constr type="w" for="ch" forName="wedge2Tx" refType="w" fact="0.450000"/>
          <dgm:constr type="h" for="ch" forName="wedge2Tx" refType="h" fact="0.220000"/>
          <dgm:constr type="l" for="ch" forName="wedge3" refType="w" fact="0.062700"/>
          <dgm:constr type="t" for="ch" forName="wedge3" refType="w" fact="0.070000"/>
          <dgm:constr type="w" for="ch" forName="wedge3" refType="w" fact="0.840000"/>
          <dgm:constr type="h" for="ch" forName="wedge3" refType="h" fact="0.840000"/>
          <dgm:constr type="l" for="ch" forName="dummy3a" refType="w" fact="0.118900"/>
          <dgm:constr type="t" for="ch" forName="dummy3a" refType="h" fact="0.700000"/>
          <dgm:constr type="l" for="ch" forName="dummy3b" refType="w" fact="0.482700"/>
          <dgm:constr type="t" for="ch" forName="dummy3b" refType="h" fact="0.070000"/>
          <dgm:constr type="r" for="ch" forName="wedge3Tx" refType="w" fact="0.460000"/>
          <dgm:constr type="t" for="ch" forName="wedge3Tx" refType="h" fact="0.248000"/>
          <dgm:constr type="w" for="ch" forName="wedge3Tx" refType="w" fact="0.300000"/>
          <dgm:constr type="h" for="ch" forName="wedge3Tx" refType="h" fact="0.250000"/>
          <dgm:constr type="h" for="ch" forName="arrowWedge1" refType="w" fact="0.080000"/>
          <dgm:constr type="diam" for="ch" forName="arrowWedge1" refType="w" fact="0.840000"/>
          <dgm:constr type="l" for="ch" forName="arrowWedge1" refType="w" fact="0.500000"/>
          <dgm:constr type="t" for="ch" forName="arrowWedge1" refType="w" fact="0.500000"/>
          <dgm:constr type="h" for="ch" forName="arrowWedge2" refType="w" fact="0.080000"/>
          <dgm:constr type="diam" for="ch" forName="arrowWedge2" refType="w" fact="0.840000"/>
          <dgm:constr type="l" for="ch" forName="arrowWedge2" refType="w" fact="0.500000"/>
          <dgm:constr type="t" for="ch" forName="arrowWedge2" refType="w" fact="0.500000"/>
          <dgm:constr type="h" for="ch" forName="arrowWedge3" refType="w" fact="0.080000"/>
          <dgm:constr type="diam" for="ch" forName="arrowWedge3" refType="w" fact="0.840000"/>
          <dgm:constr type="l" for="ch" forName="arrowWedge3" refType="w" fact="0.500000"/>
          <dgm:constr type="t" for="ch" forName="arrowWedge3" refType="w" fact="0.500000"/>
          <dgm:constr type="primFontSz" for="ch" ptType="node" op="equ"/>
        </dgm:constrLst>
      </dgm:if>
      <dgm:if name="Name4" axis="ch" ptType="node" func="cnt" op="equ" val="4">
        <dgm:constrLst>
          <dgm:constr type="l" for="ch" forName="wedge1" refType="w" fact="0.094100"/>
          <dgm:constr type="t" for="ch" forName="wedge1" refType="w" fact="0.065900"/>
          <dgm:constr type="w" for="ch" forName="wedge1" refType="w" fact="0.840000"/>
          <dgm:constr type="h" for="ch" forName="wedge1" refType="h" fact="0.840000"/>
          <dgm:constr type="l" for="ch" forName="dummy1a" refType="w" fact="0.514100"/>
          <dgm:constr type="t" for="ch" forName="dummy1a" refType="h" fact="0.065900"/>
          <dgm:constr type="l" for="ch" forName="dummy1b" refType="w" fact="0.934100"/>
          <dgm:constr type="t" for="ch" forName="dummy1b" refType="h" fact="0.485900"/>
          <dgm:constr type="l" for="ch" forName="wedge1Tx" refType="w" fact="0.540000"/>
          <dgm:constr type="t" for="ch" forName="wedge1Tx" refType="h" fact="0.240000"/>
          <dgm:constr type="w" for="ch" forName="wedge1Tx" refType="w" fact="0.310000"/>
          <dgm:constr type="h" for="ch" forName="wedge1Tx" refType="h" fact="0.230000"/>
          <dgm:constr type="l" for="ch" forName="wedge2" refType="w" fact="0.094100"/>
          <dgm:constr type="t" for="ch" forName="wedge2" refType="w" fact="0.094100"/>
          <dgm:constr type="w" for="ch" forName="wedge2" refType="w" fact="0.840000"/>
          <dgm:constr type="h" for="ch" forName="wedge2" refType="h" fact="0.840000"/>
          <dgm:constr type="l" for="ch" forName="dummy2a" refType="w" fact="0.934100"/>
          <dgm:constr type="t" for="ch" forName="dummy2a" refType="h" fact="0.514100"/>
          <dgm:constr type="l" for="ch" forName="dummy2b" refType="w" fact="0.514100"/>
          <dgm:constr type="t" for="ch" forName="dummy2b" refType="h" fact="0.934100"/>
          <dgm:constr type="l" for="ch" forName="wedge2Tx" refType="w" fact="0.540000"/>
          <dgm:constr type="t" for="ch" forName="wedge2Tx" refType="h" fact="0.530000"/>
          <dgm:constr type="w" for="ch" forName="wedge2Tx" refType="w" fact="0.310000"/>
          <dgm:constr type="h" for="ch" forName="wedge2Tx" refType="h" fact="0.230000"/>
          <dgm:constr type="l" for="ch" forName="wedge3" refType="w" fact="0.065900"/>
          <dgm:constr type="t" for="ch" forName="wedge3" refType="w" fact="0.094100"/>
          <dgm:constr type="w" for="ch" forName="wedge3" refType="w" fact="0.840000"/>
          <dgm:constr type="h" for="ch" forName="wedge3" refType="h" fact="0.840000"/>
          <dgm:constr type="l" for="ch" forName="dummy3a" refType="w" fact="0.485900"/>
          <dgm:constr type="t" for="ch" forName="dummy3a" refType="h" fact="0.934100"/>
          <dgm:constr type="l" for="ch" forName="dummy3b" refType="w" fact="0.065900"/>
          <dgm:constr type="t" for="ch" forName="dummy3b" refType="h" fact="0.514100"/>
          <dgm:constr type="r" for="ch" forName="wedge3Tx" refType="w" fact="0.460000"/>
          <dgm:constr type="t" for="ch" forName="wedge3Tx" refType="h" fact="0.530000"/>
          <dgm:constr type="w" for="ch" forName="wedge3Tx" refType="w" fact="0.310000"/>
          <dgm:constr type="h" for="ch" forName="wedge3Tx" refType="h" fact="0.230000"/>
          <dgm:constr type="l" for="ch" forName="wedge4" refType="w" fact="0.065900"/>
          <dgm:constr type="t" for="ch" forName="wedge4" refType="h" fact="0.065900"/>
          <dgm:constr type="w" for="ch" forName="wedge4" refType="w" fact="0.840000"/>
          <dgm:constr type="h" for="ch" forName="wedge4" refType="h" fact="0.840000"/>
          <dgm:constr type="l" for="ch" forName="dummy4a" refType="w" fact="0.065900"/>
          <dgm:constr type="t" for="ch" forName="dummy4a" refType="h" fact="0.485900"/>
          <dgm:constr type="l" for="ch" forName="dummy4b" refType="w" fact="0.485900"/>
          <dgm:constr type="t" for="ch" forName="dummy4b" refType="h" fact="0.065900"/>
          <dgm:constr type="r" for="ch" forName="wedge4Tx" refType="w" fact="0.460000"/>
          <dgm:constr type="t" for="ch" forName="wedge4Tx" refType="h" fact="0.240000"/>
          <dgm:constr type="w" for="ch" forName="wedge4Tx" refType="w" fact="0.310000"/>
          <dgm:constr type="h" for="ch" forName="wedge4Tx" refType="h" fact="0.230000"/>
          <dgm:constr type="h" for="ch" forName="arrowWedge1" refType="w" fact="0.080000"/>
          <dgm:constr type="diam" for="ch" forName="arrowWedge1" refType="w" fact="0.840000"/>
          <dgm:constr type="l" for="ch" forName="arrowWedge1" refType="w" fact="0.500000"/>
          <dgm:constr type="t" for="ch" forName="arrowWedge1" refType="w" fact="0.500000"/>
          <dgm:constr type="h" for="ch" forName="arrowWedge2" refType="w" fact="0.080000"/>
          <dgm:constr type="diam" for="ch" forName="arrowWedge2" refType="w" fact="0.840000"/>
          <dgm:constr type="l" for="ch" forName="arrowWedge2" refType="w" fact="0.500000"/>
          <dgm:constr type="t" for="ch" forName="arrowWedge2" refType="w" fact="0.500000"/>
          <dgm:constr type="h" for="ch" forName="arrowWedge3" refType="w" fact="0.080000"/>
          <dgm:constr type="diam" for="ch" forName="arrowWedge3" refType="w" fact="0.840000"/>
          <dgm:constr type="l" for="ch" forName="arrowWedge3" refType="w" fact="0.500000"/>
          <dgm:constr type="t" for="ch" forName="arrowWedge3" refType="w" fact="0.500000"/>
          <dgm:constr type="h" for="ch" forName="arrowWedge4" refType="w" fact="0.080000"/>
          <dgm:constr type="diam" for="ch" forName="arrowWedge4" refType="w" fact="0.840000"/>
          <dgm:constr type="l" for="ch" forName="arrowWedge4" refType="w" fact="0.500000"/>
          <dgm:constr type="t" for="ch" forName="arrowWedge4" refType="w" fact="0.500000"/>
          <dgm:constr type="primFontSz" for="ch" ptType="node" op="equ"/>
        </dgm:constrLst>
      </dgm:if>
      <dgm:if name="Name5" axis="ch" ptType="node" func="cnt" op="equ" val="5">
        <dgm:constrLst>
          <dgm:constr type="l" for="ch" forName="wedge1" refType="w" fact="0.091800"/>
          <dgm:constr type="t" for="ch" forName="wedge1" refType="w" fact="0.063800"/>
          <dgm:constr type="w" for="ch" forName="wedge1" refType="w" fact="0.840000"/>
          <dgm:constr type="h" for="ch" forName="wedge1" refType="h" fact="0.840000"/>
          <dgm:constr type="l" for="ch" forName="dummy1a" refType="w" fact="0.511800"/>
          <dgm:constr type="t" for="ch" forName="dummy1a" refType="h" fact="0.063800"/>
          <dgm:constr type="l" for="ch" forName="dummy1b" refType="w" fact="0.911200"/>
          <dgm:constr type="t" for="ch" forName="dummy1b" refType="h" fact="0.354000"/>
          <dgm:constr type="l" for="ch" forName="wedge1Tx" refType="w" fact="0.530000"/>
          <dgm:constr type="t" for="ch" forName="wedge1Tx" refType="h" fact="0.205000"/>
          <dgm:constr type="w" for="ch" forName="wedge1Tx" refType="w" fact="0.270000"/>
          <dgm:constr type="h" for="ch" forName="wedge1Tx" refType="h" fact="0.180000"/>
          <dgm:constr type="l" for="ch" forName="wedge2" refType="w" fact="0.099000"/>
          <dgm:constr type="t" for="ch" forName="wedge2" refType="w" fact="0.086200"/>
          <dgm:constr type="w" for="ch" forName="wedge2" refType="w" fact="0.840000"/>
          <dgm:constr type="h" for="ch" forName="wedge2" refType="h" fact="0.840000"/>
          <dgm:constr type="l" for="ch" forName="dummy2a" refType="w" fact="0.918500"/>
          <dgm:constr type="t" for="ch" forName="dummy2a" refType="h" fact="0.376400"/>
          <dgm:constr type="l" for="ch" forName="dummy2b" refType="w" fact="0.765900"/>
          <dgm:constr type="t" for="ch" forName="dummy2b" refType="h" fact="0.846000"/>
          <dgm:constr type="l" for="ch" forName="wedge2Tx" refType="w" fact="0.640000"/>
          <dgm:constr type="t" for="ch" forName="wedge2Tx" refType="h" fact="0.470000"/>
          <dgm:constr type="w" for="ch" forName="wedge2Tx" refType="w" fact="0.250000"/>
          <dgm:constr type="h" for="ch" forName="wedge2Tx" refType="h" fact="0.200000"/>
          <dgm:constr type="l" for="ch" forName="wedge3" refType="w" fact="0.080000"/>
          <dgm:constr type="t" for="ch" forName="wedge3" refType="w" fact="0.100000"/>
          <dgm:constr type="w" for="ch" forName="wedge3" refType="w" fact="0.840000"/>
          <dgm:constr type="h" for="ch" forName="wedge3" refType="h" fact="0.840000"/>
          <dgm:constr type="l" for="ch" forName="dummy3a" refType="w" fact="0.746900"/>
          <dgm:constr type="t" for="ch" forName="dummy3a" refType="h" fact="0.859800"/>
          <dgm:constr type="l" for="ch" forName="dummy3b" refType="w" fact="0.253100"/>
          <dgm:constr type="t" for="ch" forName="dummy3b" refType="h" fact="0.859800"/>
          <dgm:constr type="l" for="ch" forName="wedge3Tx" refType="w" fact="0.380000"/>
          <dgm:constr type="t" for="ch" forName="wedge3Tx" refType="h" fact="0.690000"/>
          <dgm:constr type="w" for="ch" forName="wedge3Tx" refType="w" fact="0.240000"/>
          <dgm:constr type="h" for="ch" forName="wedge3Tx" refType="h" fact="0.220000"/>
          <dgm:constr type="l" for="ch" forName="wedge4" refType="w" fact="0.061000"/>
          <dgm:constr type="t" for="ch" forName="wedge4" refType="h" fact="0.086200"/>
          <dgm:constr type="w" for="ch" forName="wedge4" refType="w" fact="0.840000"/>
          <dgm:constr type="h" for="ch" forName="wedge4" refType="h" fact="0.840000"/>
          <dgm:constr type="l" for="ch" forName="dummy4a" refType="w" fact="0.234100"/>
          <dgm:constr type="t" for="ch" forName="dummy4a" refType="h" fact="0.846000"/>
          <dgm:constr type="l" for="ch" forName="dummy4b" refType="w" fact="0.081500"/>
          <dgm:constr type="t" for="ch" forName="dummy4b" refType="h" fact="0.376400"/>
          <dgm:constr type="r" for="ch" forName="wedge4Tx" refType="w" fact="0.360000"/>
          <dgm:constr type="t" for="ch" forName="wedge4Tx" refType="h" fact="0.470000"/>
          <dgm:constr type="w" for="ch" forName="wedge4Tx" refType="w" fact="0.250000"/>
          <dgm:constr type="h" for="ch" forName="wedge4Tx" refType="h" fact="0.200000"/>
          <dgm:constr type="l" for="ch" forName="wedge5" refType="w" fact="0.068200"/>
          <dgm:constr type="t" for="ch" forName="wedge5" refType="h" fact="0.063800"/>
          <dgm:constr type="w" for="ch" forName="wedge5" refType="w" fact="0.840000"/>
          <dgm:constr type="h" for="ch" forName="wedge5" refType="h" fact="0.840000"/>
          <dgm:constr type="l" for="ch" forName="dummy5a" refType="w" fact="0.088800"/>
          <dgm:constr type="t" for="ch" forName="dummy5a" refType="h" fact="0.354000"/>
          <dgm:constr type="l" for="ch" forName="dummy5b" refType="w" fact="0.488200"/>
          <dgm:constr type="t" for="ch" forName="dummy5b" refType="h" fact="0.063800"/>
          <dgm:constr type="r" for="ch" forName="wedge5Tx" refType="w" fact="0.470000"/>
          <dgm:constr type="t" for="ch" forName="wedge5Tx" refType="h" fact="0.205000"/>
          <dgm:constr type="w" for="ch" forName="wedge5Tx" refType="w" fact="0.270000"/>
          <dgm:constr type="h" for="ch" forName="wedge5Tx" refType="h" fact="0.180000"/>
          <dgm:constr type="h" for="ch" forName="arrowWedge1" refType="w" fact="0.080000"/>
          <dgm:constr type="diam" for="ch" forName="arrowWedge1" refType="w" fact="0.840000"/>
          <dgm:constr type="l" for="ch" forName="arrowWedge1" refType="w" fact="0.500000"/>
          <dgm:constr type="t" for="ch" forName="arrowWedge1" refType="w" fact="0.500000"/>
          <dgm:constr type="h" for="ch" forName="arrowWedge2" refType="w" fact="0.080000"/>
          <dgm:constr type="diam" for="ch" forName="arrowWedge2" refType="w" fact="0.840000"/>
          <dgm:constr type="l" for="ch" forName="arrowWedge2" refType="w" fact="0.500000"/>
          <dgm:constr type="t" for="ch" forName="arrowWedge2" refType="w" fact="0.500000"/>
          <dgm:constr type="h" for="ch" forName="arrowWedge3" refType="w" fact="0.080000"/>
          <dgm:constr type="diam" for="ch" forName="arrowWedge3" refType="w" fact="0.840000"/>
          <dgm:constr type="l" for="ch" forName="arrowWedge3" refType="w" fact="0.500000"/>
          <dgm:constr type="t" for="ch" forName="arrowWedge3" refType="w" fact="0.500000"/>
          <dgm:constr type="h" for="ch" forName="arrowWedge4" refType="w" fact="0.080000"/>
          <dgm:constr type="diam" for="ch" forName="arrowWedge4" refType="w" fact="0.840000"/>
          <dgm:constr type="l" for="ch" forName="arrowWedge4" refType="w" fact="0.500000"/>
          <dgm:constr type="t" for="ch" forName="arrowWedge4" refType="w" fact="0.500000"/>
          <dgm:constr type="h" for="ch" forName="arrowWedge5" refType="w" fact="0.080000"/>
          <dgm:constr type="diam" for="ch" forName="arrowWedge5" refType="w" fact="0.840000"/>
          <dgm:constr type="l" for="ch" forName="arrowWedge5" refType="w" fact="0.500000"/>
          <dgm:constr type="t" for="ch" forName="arrowWedge5" refType="w" fact="0.500000"/>
          <dgm:constr type="primFontSz" for="ch" ptType="node" op="equ"/>
        </dgm:constrLst>
      </dgm:if>
      <dgm:if name="Name6" axis="ch" ptType="node" func="cnt" op="equ" val="6">
        <dgm:constrLst>
          <dgm:constr type="l" for="ch" forName="wedge1" refType="w" fact="0.090000"/>
          <dgm:constr type="t" for="ch" forName="wedge1" refType="w" fact="0.062700"/>
          <dgm:constr type="w" for="ch" forName="wedge1" refType="w" fact="0.840000"/>
          <dgm:constr type="h" for="ch" forName="wedge1" refType="h" fact="0.840000"/>
          <dgm:constr type="l" for="ch" forName="dummy1a" refType="w" fact="0.510000"/>
          <dgm:constr type="t" for="ch" forName="dummy1a" refType="h" fact="0.062700"/>
          <dgm:constr type="l" for="ch" forName="dummy1b" refType="w" fact="0.873700"/>
          <dgm:constr type="t" for="ch" forName="dummy1b" refType="h" fact="0.272700"/>
          <dgm:constr type="l" for="ch" forName="wedge1Tx" refType="w" fact="0.530000"/>
          <dgm:constr type="t" for="ch" forName="wedge1Tx" refType="h" fact="0.170000"/>
          <dgm:constr type="w" for="ch" forName="wedge1Tx" refType="w" fact="0.220000"/>
          <dgm:constr type="h" for="ch" forName="wedge1Tx" refType="h" fact="0.170000"/>
          <dgm:constr type="l" for="ch" forName="wedge2" refType="w" fact="0.100000"/>
          <dgm:constr type="t" for="ch" forName="wedge2" refType="w" fact="0.080000"/>
          <dgm:constr type="w" for="ch" forName="wedge2" refType="w" fact="0.840000"/>
          <dgm:constr type="h" for="ch" forName="wedge2" refType="h" fact="0.840000"/>
          <dgm:constr type="l" for="ch" forName="dummy2a" refType="w" fact="0.883700"/>
          <dgm:constr type="t" for="ch" forName="dummy2a" refType="h" fact="0.290000"/>
          <dgm:constr type="l" for="ch" forName="dummy2b" refType="w" fact="0.883700"/>
          <dgm:constr type="t" for="ch" forName="dummy2b" refType="h" fact="0.710000"/>
          <dgm:constr type="l" for="ch" forName="wedge2Tx" refType="w" fact="0.670000"/>
          <dgm:constr type="t" for="ch" forName="wedge2Tx" refType="h" fact="0.420000"/>
          <dgm:constr type="w" for="ch" forName="wedge2Tx" refType="w" fact="0.230000"/>
          <dgm:constr type="h" for="ch" forName="wedge2Tx" refType="h" fact="0.165000"/>
          <dgm:constr type="l" for="ch" forName="wedge3" refType="w" fact="0.090000"/>
          <dgm:constr type="t" for="ch" forName="wedge3" refType="w" fact="0.097300"/>
          <dgm:constr type="w" for="ch" forName="wedge3" refType="w" fact="0.840000"/>
          <dgm:constr type="h" for="ch" forName="wedge3" refType="h" fact="0.840000"/>
          <dgm:constr type="l" for="ch" forName="dummy3a" refType="w" fact="0.873700"/>
          <dgm:constr type="t" for="ch" forName="dummy3a" refType="h" fact="0.727300"/>
          <dgm:constr type="l" for="ch" forName="dummy3b" refType="w" fact="0.510000"/>
          <dgm:constr type="t" for="ch" forName="dummy3b" refType="h" fact="0.937300"/>
          <dgm:constr type="l" for="ch" forName="wedge3Tx" refType="w" fact="0.530000"/>
          <dgm:constr type="t" for="ch" forName="wedge3Tx" refType="h" fact="0.665000"/>
          <dgm:constr type="w" for="ch" forName="wedge3Tx" refType="w" fact="0.220000"/>
          <dgm:constr type="h" for="ch" forName="wedge3Tx" refType="h" fact="0.170000"/>
          <dgm:constr type="l" for="ch" forName="wedge4" refType="w" fact="0.070000"/>
          <dgm:constr type="t" for="ch" forName="wedge4" refType="h" fact="0.097300"/>
          <dgm:constr type="w" for="ch" forName="wedge4" refType="w" fact="0.840000"/>
          <dgm:constr type="h" for="ch" forName="wedge4" refType="h" fact="0.840000"/>
          <dgm:constr type="l" for="ch" forName="dummy4a" refType="w" fact="0.490000"/>
          <dgm:constr type="t" for="ch" forName="dummy4a" refType="h" fact="0.937300"/>
          <dgm:constr type="l" for="ch" forName="dummy4b" refType="w" fact="0.126300"/>
          <dgm:constr type="t" for="ch" forName="dummy4b" refType="h" fact="0.727300"/>
          <dgm:constr type="r" for="ch" forName="wedge4Tx" refType="w" fact="0.470000"/>
          <dgm:constr type="t" for="ch" forName="wedge4Tx" refType="h" fact="0.665000"/>
          <dgm:constr type="w" for="ch" forName="wedge4Tx" refType="w" fact="0.220000"/>
          <dgm:constr type="h" for="ch" forName="wedge4Tx" refType="h" fact="0.170000"/>
          <dgm:constr type="l" for="ch" forName="wedge5" refType="w" fact="0.060000"/>
          <dgm:constr type="t" for="ch" forName="wedge5" refType="h" fact="0.080000"/>
          <dgm:constr type="w" for="ch" forName="wedge5" refType="w" fact="0.840000"/>
          <dgm:constr type="h" for="ch" forName="wedge5" refType="h" fact="0.840000"/>
          <dgm:constr type="l" for="ch" forName="dummy5a" refType="w" fact="0.116300"/>
          <dgm:constr type="t" for="ch" forName="dummy5a" refType="h" fact="0.710000"/>
          <dgm:constr type="l" for="ch" forName="dummy5b" refType="w" fact="0.116300"/>
          <dgm:constr type="t" for="ch" forName="dummy5b" refType="h" fact="0.290000"/>
          <dgm:constr type="r" for="ch" forName="wedge5Tx" refType="w" fact="0.330000"/>
          <dgm:constr type="t" for="ch" forName="wedge5Tx" refType="h" fact="0.420000"/>
          <dgm:constr type="w" for="ch" forName="wedge5Tx" refType="w" fact="0.230000"/>
          <dgm:constr type="h" for="ch" forName="wedge5Tx" refType="h" fact="0.165000"/>
          <dgm:constr type="l" for="ch" forName="wedge6" refType="w" fact="0.070000"/>
          <dgm:constr type="t" for="ch" forName="wedge6" refType="h" fact="0.062700"/>
          <dgm:constr type="w" for="ch" forName="wedge6" refType="w" fact="0.840000"/>
          <dgm:constr type="h" for="ch" forName="wedge6" refType="h" fact="0.840000"/>
          <dgm:constr type="l" for="ch" forName="dummy6a" refType="w" fact="0.126300"/>
          <dgm:constr type="t" for="ch" forName="dummy6a" refType="h" fact="0.272700"/>
          <dgm:constr type="l" for="ch" forName="dummy6b" refType="w" fact="0.490000"/>
          <dgm:constr type="t" for="ch" forName="dummy6b" refType="h" fact="0.062700"/>
          <dgm:constr type="r" for="ch" forName="wedge6Tx" refType="w" fact="0.470000"/>
          <dgm:constr type="t" for="ch" forName="wedge6Tx" refType="h" fact="0.170000"/>
          <dgm:constr type="w" for="ch" forName="wedge6Tx" refType="w" fact="0.220000"/>
          <dgm:constr type="h" for="ch" forName="wedge6Tx" refType="h" fact="0.170000"/>
          <dgm:constr type="h" for="ch" forName="arrowWedge1" refType="w" fact="0.080000"/>
          <dgm:constr type="diam" for="ch" forName="arrowWedge1" refType="w" fact="0.840000"/>
          <dgm:constr type="l" for="ch" forName="arrowWedge1" refType="w" fact="0.500000"/>
          <dgm:constr type="t" for="ch" forName="arrowWedge1" refType="w" fact="0.500000"/>
          <dgm:constr type="h" for="ch" forName="arrowWedge2" refType="w" fact="0.080000"/>
          <dgm:constr type="diam" for="ch" forName="arrowWedge2" refType="w" fact="0.840000"/>
          <dgm:constr type="l" for="ch" forName="arrowWedge2" refType="w" fact="0.500000"/>
          <dgm:constr type="t" for="ch" forName="arrowWedge2" refType="w" fact="0.500000"/>
          <dgm:constr type="h" for="ch" forName="arrowWedge3" refType="w" fact="0.080000"/>
          <dgm:constr type="diam" for="ch" forName="arrowWedge3" refType="w" fact="0.840000"/>
          <dgm:constr type="l" for="ch" forName="arrowWedge3" refType="w" fact="0.500000"/>
          <dgm:constr type="t" for="ch" forName="arrowWedge3" refType="w" fact="0.500000"/>
          <dgm:constr type="h" for="ch" forName="arrowWedge4" refType="w" fact="0.080000"/>
          <dgm:constr type="diam" for="ch" forName="arrowWedge4" refType="w" fact="0.840000"/>
          <dgm:constr type="l" for="ch" forName="arrowWedge4" refType="w" fact="0.500000"/>
          <dgm:constr type="t" for="ch" forName="arrowWedge4" refType="w" fact="0.500000"/>
          <dgm:constr type="h" for="ch" forName="arrowWedge5" refType="w" fact="0.080000"/>
          <dgm:constr type="diam" for="ch" forName="arrowWedge5" refType="w" fact="0.840000"/>
          <dgm:constr type="l" for="ch" forName="arrowWedge5" refType="w" fact="0.500000"/>
          <dgm:constr type="t" for="ch" forName="arrowWedge5" refType="w" fact="0.500000"/>
          <dgm:constr type="h" for="ch" forName="arrowWedge6" refType="w" fact="0.080000"/>
          <dgm:constr type="diam" for="ch" forName="arrowWedge6" refType="w" fact="0.840000"/>
          <dgm:constr type="l" for="ch" forName="arrowWedge6" refType="w" fact="0.500000"/>
          <dgm:constr type="t" for="ch" forName="arrowWedge6" refType="w" fact="0.500000"/>
          <dgm:constr type="primFontSz" for="ch" ptType="node" op="equ"/>
        </dgm:constrLst>
      </dgm:if>
      <dgm:else name="Name7">
        <dgm:constrLst>
          <dgm:constr type="l" for="ch" forName="wedge1" refType="w" fact="0.088700"/>
          <dgm:constr type="t" for="ch" forName="wedge1" refType="w" fact="0.062000"/>
          <dgm:constr type="w" for="ch" forName="wedge1" refType="w" fact="0.840000"/>
          <dgm:constr type="h" for="ch" forName="wedge1" refType="h" fact="0.840000"/>
          <dgm:constr type="l" for="ch" forName="dummy1a" refType="w" fact="0.508700"/>
          <dgm:constr type="t" for="ch" forName="dummy1a" refType="h" fact="0.062000"/>
          <dgm:constr type="l" for="ch" forName="dummy1b" refType="w" fact="0.837000"/>
          <dgm:constr type="t" for="ch" forName="dummy1b" refType="h" fact="0.220100"/>
          <dgm:constr type="l" for="ch" forName="wedge1Tx" refType="w" fact="0.530000"/>
          <dgm:constr type="t" for="ch" forName="wedge1Tx" refType="h" fact="0.140000"/>
          <dgm:constr type="w" for="ch" forName="wedge1Tx" refType="w" fact="0.200000"/>
          <dgm:constr type="h" for="ch" forName="wedge1Tx" refType="h" fact="0.160000"/>
          <dgm:constr type="l" for="ch" forName="wedge2" refType="w" fact="0.099500"/>
          <dgm:constr type="t" for="ch" forName="wedge2" refType="w" fact="0.075500"/>
          <dgm:constr type="w" for="ch" forName="wedge2" refType="w" fact="0.840000"/>
          <dgm:constr type="h" for="ch" forName="wedge2" refType="h" fact="0.840000"/>
          <dgm:constr type="l" for="ch" forName="dummy2a" refType="w" fact="0.847900"/>
          <dgm:constr type="t" for="ch" forName="dummy2a" refType="h" fact="0.233700"/>
          <dgm:constr type="l" for="ch" forName="dummy2b" refType="w" fact="0.929000"/>
          <dgm:constr type="t" for="ch" forName="dummy2b" refType="h" fact="0.589000"/>
          <dgm:constr type="l" for="ch" forName="wedge2Tx" refType="w" fact="0.670000"/>
          <dgm:constr type="t" for="ch" forName="wedge2Tx" refType="h" fact="0.380000"/>
          <dgm:constr type="w" for="ch" forName="wedge2Tx" refType="w" fact="0.230000"/>
          <dgm:constr type="h" for="ch" forName="wedge2Tx" refType="h" fact="0.140000"/>
          <dgm:constr type="l" for="ch" forName="wedge3" refType="w" fact="0.095600"/>
          <dgm:constr type="t" for="ch" forName="wedge3" refType="w" fact="0.092500"/>
          <dgm:constr type="w" for="ch" forName="wedge3" refType="w" fact="0.840000"/>
          <dgm:constr type="h" for="ch" forName="wedge3" refType="h" fact="0.840000"/>
          <dgm:constr type="l" for="ch" forName="dummy3a" refType="w" fact="0.925100"/>
          <dgm:constr type="t" for="ch" forName="dummy3a" refType="h" fact="0.605900"/>
          <dgm:constr type="l" for="ch" forName="dummy3b" refType="w" fact="0.697900"/>
          <dgm:constr type="t" for="ch" forName="dummy3b" refType="h" fact="0.890900"/>
          <dgm:constr type="l" for="ch" forName="wedge3Tx" refType="w" fact="0.635000"/>
          <dgm:constr type="t" for="ch" forName="wedge3Tx" refType="h" fact="0.590000"/>
          <dgm:constr type="w" for="ch" forName="wedge3Tx" refType="w" fact="0.200000"/>
          <dgm:constr type="h" for="ch" forName="wedge3Tx" refType="h" fact="0.155000"/>
          <dgm:constr type="l" for="ch" forName="wedge4" refType="w" fact="0.080000"/>
          <dgm:constr type="t" for="ch" forName="wedge4" refType="h" fact="0.100000"/>
          <dgm:constr type="w" for="ch" forName="wedge4" refType="w" fact="0.840000"/>
          <dgm:constr type="h" for="ch" forName="wedge4" refType="h" fact="0.840000"/>
          <dgm:constr type="l" for="ch" forName="dummy4a" refType="w" fact="0.682200"/>
          <dgm:constr type="t" for="ch" forName="dummy4a" refType="h" fact="0.898400"/>
          <dgm:constr type="l" for="ch" forName="dummy4b" refType="w" fact="0.317800"/>
          <dgm:constr type="t" for="ch" forName="dummy4b" refType="h" fact="0.898400"/>
          <dgm:constr type="l" for="ch" forName="wedge4Tx" refType="w" fact="0.402500"/>
          <dgm:constr type="t" for="ch" forName="wedge4Tx" refType="h" fact="0.760000"/>
          <dgm:constr type="w" for="ch" forName="wedge4Tx" refType="w" fact="0.195000"/>
          <dgm:constr type="h" for="ch" forName="wedge4Tx" refType="h" fact="0.140000"/>
          <dgm:constr type="l" for="ch" forName="wedge5" refType="w" fact="0.064400"/>
          <dgm:constr type="t" for="ch" forName="wedge5" refType="h" fact="0.092500"/>
          <dgm:constr type="w" for="ch" forName="wedge5" refType="w" fact="0.840000"/>
          <dgm:constr type="h" for="ch" forName="wedge5" refType="h" fact="0.840000"/>
          <dgm:constr type="l" for="ch" forName="dummy5a" refType="w" fact="0.302100"/>
          <dgm:constr type="t" for="ch" forName="dummy5a" refType="h" fact="0.890900"/>
          <dgm:constr type="l" for="ch" forName="dummy5b" refType="w" fact="0.074900"/>
          <dgm:constr type="t" for="ch" forName="dummy5b" refType="h" fact="0.605900"/>
          <dgm:constr type="r" for="ch" forName="wedge5Tx" refType="w" fact="0.365000"/>
          <dgm:constr type="t" for="ch" forName="wedge5Tx" refType="h" fact="0.590000"/>
          <dgm:constr type="w" for="ch" forName="wedge5Tx" refType="w" fact="0.200000"/>
          <dgm:constr type="h" for="ch" forName="wedge5Tx" refType="h" fact="0.155000"/>
          <dgm:constr type="l" for="ch" forName="wedge6" refType="w" fact="0.060500"/>
          <dgm:constr type="t" for="ch" forName="wedge6" refType="h" fact="0.075500"/>
          <dgm:constr type="w" for="ch" forName="wedge6" refType="w" fact="0.840000"/>
          <dgm:constr type="h" for="ch" forName="wedge6" refType="h" fact="0.840000"/>
          <dgm:constr type="l" for="ch" forName="dummy6a" refType="w" fact="0.071000"/>
          <dgm:constr type="t" for="ch" forName="dummy6a" refType="h" fact="0.589000"/>
          <dgm:constr type="l" for="ch" forName="dummy6b" refType="w" fact="0.152100"/>
          <dgm:constr type="t" for="ch" forName="dummy6b" refType="h" fact="0.233700"/>
          <dgm:constr type="r" for="ch" forName="wedge6Tx" refType="w" fact="0.330000"/>
          <dgm:constr type="t" for="ch" forName="wedge6Tx" refType="h" fact="0.380000"/>
          <dgm:constr type="w" for="ch" forName="wedge6Tx" refType="w" fact="0.230000"/>
          <dgm:constr type="h" for="ch" forName="wedge6Tx" refType="h" fact="0.140000"/>
          <dgm:constr type="l" for="ch" forName="wedge7" refType="w" fact="0.071300"/>
          <dgm:constr type="t" for="ch" forName="wedge7" refType="h" fact="0.062000"/>
          <dgm:constr type="w" for="ch" forName="wedge7" refType="w" fact="0.840000"/>
          <dgm:constr type="h" for="ch" forName="wedge7" refType="h" fact="0.840000"/>
          <dgm:constr type="l" for="ch" forName="dummy7a" refType="w" fact="0.163000"/>
          <dgm:constr type="t" for="ch" forName="dummy7a" refType="h" fact="0.220100"/>
          <dgm:constr type="l" for="ch" forName="dummy7b" refType="w" fact="0.491300"/>
          <dgm:constr type="t" for="ch" forName="dummy7b" refType="h" fact="0.062000"/>
          <dgm:constr type="r" for="ch" forName="wedge7Tx" refType="w" fact="0.470000"/>
          <dgm:constr type="t" for="ch" forName="wedge7Tx" refType="h" fact="0.140000"/>
          <dgm:constr type="w" for="ch" forName="wedge7Tx" refType="w" fact="0.200000"/>
          <dgm:constr type="h" for="ch" forName="wedge7Tx" refType="h" fact="0.160000"/>
          <dgm:constr type="h" for="ch" forName="arrowWedge1" refType="w" fact="0.080000"/>
          <dgm:constr type="diam" for="ch" forName="arrowWedge1" refType="w" fact="0.840000"/>
          <dgm:constr type="l" for="ch" forName="arrowWedge1" refType="w" fact="0.500000"/>
          <dgm:constr type="t" for="ch" forName="arrowWedge1" refType="w" fact="0.500000"/>
          <dgm:constr type="h" for="ch" forName="arrowWedge2" refType="w" fact="0.080000"/>
          <dgm:constr type="diam" for="ch" forName="arrowWedge2" refType="w" fact="0.840000"/>
          <dgm:constr type="l" for="ch" forName="arrowWedge2" refType="w" fact="0.500000"/>
          <dgm:constr type="t" for="ch" forName="arrowWedge2" refType="w" fact="0.500000"/>
          <dgm:constr type="h" for="ch" forName="arrowWedge3" refType="w" fact="0.080000"/>
          <dgm:constr type="diam" for="ch" forName="arrowWedge3" refType="w" fact="0.840000"/>
          <dgm:constr type="l" for="ch" forName="arrowWedge3" refType="w" fact="0.500000"/>
          <dgm:constr type="t" for="ch" forName="arrowWedge3" refType="w" fact="0.500000"/>
          <dgm:constr type="h" for="ch" forName="arrowWedge4" refType="w" fact="0.080000"/>
          <dgm:constr type="diam" for="ch" forName="arrowWedge4" refType="w" fact="0.840000"/>
          <dgm:constr type="l" for="ch" forName="arrowWedge4" refType="w" fact="0.500000"/>
          <dgm:constr type="t" for="ch" forName="arrowWedge4" refType="w" fact="0.500000"/>
          <dgm:constr type="h" for="ch" forName="arrowWedge5" refType="w" fact="0.080000"/>
          <dgm:constr type="diam" for="ch" forName="arrowWedge5" refType="w" fact="0.840000"/>
          <dgm:constr type="l" for="ch" forName="arrowWedge5" refType="w" fact="0.500000"/>
          <dgm:constr type="t" for="ch" forName="arrowWedge5" refType="w" fact="0.500000"/>
          <dgm:constr type="h" for="ch" forName="arrowWedge6" refType="w" fact="0.080000"/>
          <dgm:constr type="diam" for="ch" forName="arrowWedge6" refType="w" fact="0.840000"/>
          <dgm:constr type="l" for="ch" forName="arrowWedge6" refType="w" fact="0.500000"/>
          <dgm:constr type="t" for="ch" forName="arrowWedge6" refType="w" fact="0.500000"/>
          <dgm:constr type="h" for="ch" forName="arrowWedge7" refType="w" fact="0.080000"/>
          <dgm:constr type="diam" for="ch" forName="arrowWedge7" refType="w" fact="0.840000"/>
          <dgm:constr type="l" for="ch" forName="arrowWedge7" refType="w" fact="0.500000"/>
          <dgm:constr type="t" for="ch" forName="arrowWedge7" refType="w" fact="0.500000"/>
          <dgm:constr type="primFontSz" for="ch" ptType="node" op="equ"/>
        </dgm:constrLst>
      </dgm:else>
    </dgm:choose>
    <dgm:ruleLst/>
    <dgm:choose name="Name8">
      <dgm:if name="Name9" axis="ch" ptType="node" func="cnt" op="gte" val="1">
        <dgm:layoutNode name="wedge1">
          <dgm:alg type="sp"/>
          <dgm:choose name="Name10">
            <dgm:if name="Name11" axis="ch" ptType="node" func="cnt" op="equ" val="1">
              <dgm:shape type="ellipse" r:blip="">
                <dgm:adjLst/>
              </dgm:shape>
            </dgm:if>
            <dgm:if name="Name12" axis="ch" ptType="node" func="cnt" op="equ" val="2">
              <dgm:shape type="pie" r:blip="">
                <dgm:adjLst>
                  <dgm:adj idx="1" val="270.000000"/>
                  <dgm:adj idx="2" val="90.000000"/>
                </dgm:adjLst>
              </dgm:shape>
            </dgm:if>
            <dgm:if name="Name13" axis="ch" ptType="node" func="cnt" op="equ" val="3">
              <dgm:shape type="pie" r:blip="">
                <dgm:adjLst>
                  <dgm:adj idx="1" val="270.000000"/>
                  <dgm:adj idx="2" val="30.000000"/>
                </dgm:adjLst>
              </dgm:shape>
            </dgm:if>
            <dgm:if name="Name14" axis="ch" ptType="node" func="cnt" op="equ" val="4">
              <dgm:shape type="pie" r:blip="">
                <dgm:adjLst>
                  <dgm:adj idx="1" val="270.000000"/>
                  <dgm:adj idx="2" val="0.000000"/>
                </dgm:adjLst>
              </dgm:shape>
            </dgm:if>
            <dgm:if name="Name15" axis="ch" ptType="node" func="cnt" op="equ" val="5">
              <dgm:shape type="pie" r:blip="">
                <dgm:adjLst>
                  <dgm:adj idx="1" val="270.000000"/>
                  <dgm:adj idx="2" val="342.000000"/>
                </dgm:adjLst>
              </dgm:shape>
            </dgm:if>
            <dgm:if name="Name16" axis="ch" ptType="node" func="cnt" op="equ" val="6">
              <dgm:shape type="pie" r:blip="">
                <dgm:adjLst>
                  <dgm:adj idx="1" val="270.000000"/>
                  <dgm:adj idx="2" val="330.000000"/>
                </dgm:adjLst>
              </dgm:shape>
            </dgm:if>
            <dgm:else name="Name17">
              <dgm:shape type="pie" r:blip="">
                <dgm:adjLst>
                  <dgm:adj idx="1" val="270.000000"/>
                  <dgm:adj idx="2" val="321.428600"/>
                </dgm:adjLst>
              </dgm:shape>
            </dgm:else>
          </dgm:choose>
          <dgm:choose name="Name18">
            <dgm:if name="Name19" func="var" arg="dir" op="equ" val="norm">
              <dgm:presOf axis="ch desOrSelf" ptType="node node" st="1 1" cnt="1 0"/>
            </dgm:if>
            <dgm:else name="Name20">
              <dgm:choose name="Name21">
                <dgm:if name="Name22" axis="ch" ptType="node" func="cnt" op="equ" val="1">
                  <dgm:presOf axis="ch desOrSelf" ptType="node node" st="1 1" cnt="1 0"/>
                </dgm:if>
                <dgm:if name="Name23" axis="ch" ptType="node" func="cnt" op="equ" val="2">
                  <dgm:presOf axis="ch desOrSelf" ptType="node node" st="2 1" cnt="1 0"/>
                </dgm:if>
                <dgm:if name="Name24" axis="ch" ptType="node" func="cnt" op="equ" val="3">
                  <dgm:presOf axis="ch desOrSelf" ptType="node node" st="3 1" cnt="1 0"/>
                </dgm:if>
                <dgm:if name="Name25" axis="ch" ptType="node" func="cnt" op="equ" val="4">
                  <dgm:presOf axis="ch desOrSelf" ptType="node node" st="4 1" cnt="1 0"/>
                </dgm:if>
                <dgm:if name="Name26" axis="ch" ptType="node" func="cnt" op="equ" val="5">
                  <dgm:presOf axis="ch desOrSelf" ptType="node node" st="5 1" cnt="1 0"/>
                </dgm:if>
                <dgm:if name="Name27" axis="ch" ptType="node" func="cnt" op="equ" val="6">
                  <dgm:presOf axis="ch desOrSelf" ptType="node node" st="6 1" cnt="1 0"/>
                </dgm:if>
                <dgm:else name="Name28">
                  <dgm:presOf axis="ch desOrSelf" ptType="node node" st="7 1" cnt="1 0"/>
                </dgm:else>
              </dgm:choose>
            </dgm:else>
          </dgm:choose>
          <dgm:constrLst/>
          <dgm:ruleLst/>
        </dgm:layoutNode>
        <dgm:layoutNode name="dummy1a" moveWith="wedge1">
          <dgm:alg type="sp"/>
          <dgm:shape r:blip="">
            <dgm:adjLst/>
          </dgm:shape>
          <dgm:presOf/>
          <dgm:constrLst>
            <dgm:constr type="w" val="1"/>
            <dgm:constr type="h" val="1"/>
          </dgm:constrLst>
          <dgm:ruleLst/>
        </dgm:layoutNode>
        <dgm:layoutNode name="dummy1b" moveWith="wedge1">
          <dgm:alg type="sp"/>
          <dgm:shape r:blip="">
            <dgm:adjLst/>
          </dgm:shape>
          <dgm:presOf/>
          <dgm:constrLst>
            <dgm:constr type="w" val="1"/>
            <dgm:constr type="h" val="1"/>
          </dgm:constrLst>
          <dgm:ruleLst/>
        </dgm:layoutNode>
        <dgm:layoutNode name="wedge1Tx" moveWith="wedge1">
          <dgm:varLst>
            <dgm:chMax val="0"/>
            <dgm:chPref val="0"/>
            <dgm:bulletEnabled val="1"/>
          </dgm:varLst>
          <dgm:alg type="tx"/>
          <dgm:shape type="rect" r:blip="" hideGeom="1">
            <dgm:adjLst/>
          </dgm:shape>
          <dgm:choose name="Name29">
            <dgm:if name="Name30" func="var" arg="dir" op="equ" val="norm">
              <dgm:presOf axis="ch desOrSelf" ptType="node node" st="1 1" cnt="1 0"/>
            </dgm:if>
            <dgm:else name="Name31">
              <dgm:choose name="Name32">
                <dgm:if name="Name33" axis="ch" ptType="node" func="cnt" op="equ" val="1">
                  <dgm:presOf axis="ch desOrSelf" ptType="node node" st="1 1" cnt="1 0"/>
                </dgm:if>
                <dgm:if name="Name34" axis="ch" ptType="node" func="cnt" op="equ" val="2">
                  <dgm:presOf axis="ch desOrSelf" ptType="node node" st="2 1" cnt="1 0"/>
                </dgm:if>
                <dgm:if name="Name35" axis="ch" ptType="node" func="cnt" op="equ" val="3">
                  <dgm:presOf axis="ch desOrSelf" ptType="node node" st="3 1" cnt="1 0"/>
                </dgm:if>
                <dgm:if name="Name36" axis="ch" ptType="node" func="cnt" op="equ" val="4">
                  <dgm:presOf axis="ch desOrSelf" ptType="node node" st="4 1" cnt="1 0"/>
                </dgm:if>
                <dgm:if name="Name37" axis="ch" ptType="node" func="cnt" op="equ" val="5">
                  <dgm:presOf axis="ch desOrSelf" ptType="node node" st="5 1" cnt="1 0"/>
                </dgm:if>
                <dgm:if name="Name38" axis="ch" ptType="node" func="cnt" op="equ" val="6">
                  <dgm:presOf axis="ch desOrSelf" ptType="node node" st="6 1" cnt="1 0"/>
                </dgm:if>
                <dgm:else name="Name39">
                  <dgm:presOf axis="ch desOrSelf" ptType="node node" st="7 1" cnt="1 0"/>
                </dgm:else>
              </dgm:choose>
            </dgm:else>
          </dgm:choose>
          <dgm:constrLst>
            <dgm:constr type="tMarg" refType="primFontSz" fact="0.100000"/>
            <dgm:constr type="bMarg" refType="primFontSz" fact="0.100000"/>
            <dgm:constr type="lMarg" refType="primFontSz" fact="0.100000"/>
            <dgm:constr type="rMarg" refType="primFontSz" fact="0.100000"/>
            <dgm:constr type="primFontSz" val="65"/>
          </dgm:constrLst>
          <dgm:ruleLst>
            <dgm:rule type="primFontSz" val="5" fact="NaN" max="NaN"/>
          </dgm:ruleLst>
        </dgm:layoutNode>
      </dgm:if>
      <dgm:else name="Name40"/>
    </dgm:choose>
    <dgm:choose name="Name41">
      <dgm:if name="Name42" axis="ch" ptType="node" func="cnt" op="gte" val="2">
        <dgm:layoutNode name="wedge2">
          <dgm:alg type="sp"/>
          <dgm:choose name="Name43">
            <dgm:if name="Name44" axis="ch" ptType="node" func="cnt" op="equ" val="2">
              <dgm:shape type="pie" r:blip="">
                <dgm:adjLst>
                  <dgm:adj idx="1" val="90.000000"/>
                  <dgm:adj idx="2" val="270.000000"/>
                </dgm:adjLst>
              </dgm:shape>
            </dgm:if>
            <dgm:if name="Name45" axis="ch" ptType="node" func="cnt" op="equ" val="3">
              <dgm:shape type="pie" r:blip="">
                <dgm:adjLst>
                  <dgm:adj idx="1" val="30.000000"/>
                  <dgm:adj idx="2" val="150.000000"/>
                </dgm:adjLst>
              </dgm:shape>
            </dgm:if>
            <dgm:if name="Name46" axis="ch" ptType="node" func="cnt" op="equ" val="4">
              <dgm:shape type="pie" r:blip="">
                <dgm:adjLst>
                  <dgm:adj idx="1" val="0.000000"/>
                  <dgm:adj idx="2" val="90.000000"/>
                </dgm:adjLst>
              </dgm:shape>
            </dgm:if>
            <dgm:if name="Name47" axis="ch" ptType="node" func="cnt" op="equ" val="5">
              <dgm:shape type="pie" r:blip="">
                <dgm:adjLst>
                  <dgm:adj idx="1" val="342.000000"/>
                  <dgm:adj idx="2" val="54.000000"/>
                </dgm:adjLst>
              </dgm:shape>
            </dgm:if>
            <dgm:if name="Name48" axis="ch" ptType="node" func="cnt" op="equ" val="6">
              <dgm:shape type="pie" r:blip="">
                <dgm:adjLst>
                  <dgm:adj idx="1" val="330.000000"/>
                  <dgm:adj idx="2" val="30.000000"/>
                </dgm:adjLst>
              </dgm:shape>
            </dgm:if>
            <dgm:else name="Name49">
              <dgm:shape type="pie" r:blip="">
                <dgm:adjLst>
                  <dgm:adj idx="1" val="321.428600"/>
                  <dgm:adj idx="2" val="12.857140"/>
                </dgm:adjLst>
              </dgm:shape>
            </dgm:else>
          </dgm:choose>
          <dgm:choose name="Name50">
            <dgm:if name="Name51" func="var" arg="dir" op="equ" val="norm">
              <dgm:presOf axis="ch desOrSelf" ptType="node node" st="2 1" cnt="1 0"/>
            </dgm:if>
            <dgm:else name="Name52">
              <dgm:choose name="Name53">
                <dgm:if name="Name54" axis="ch" ptType="node" func="cnt" op="equ" val="2">
                  <dgm:presOf axis="ch desOrSelf" ptType="node node" st="1 1" cnt="1 0"/>
                </dgm:if>
                <dgm:if name="Name55" axis="ch" ptType="node" func="cnt" op="equ" val="3">
                  <dgm:presOf axis="ch desOrSelf" ptType="node node" st="2 1" cnt="1 0"/>
                </dgm:if>
                <dgm:if name="Name56" axis="ch" ptType="node" func="cnt" op="equ" val="4">
                  <dgm:presOf axis="ch desOrSelf" ptType="node node" st="3 1" cnt="1 0"/>
                </dgm:if>
                <dgm:if name="Name57" axis="ch" ptType="node" func="cnt" op="equ" val="5">
                  <dgm:presOf axis="ch desOrSelf" ptType="node node" st="4 1" cnt="1 0"/>
                </dgm:if>
                <dgm:if name="Name58" axis="ch" ptType="node" func="cnt" op="equ" val="6">
                  <dgm:presOf axis="ch desOrSelf" ptType="node node" st="5 1" cnt="1 0"/>
                </dgm:if>
                <dgm:else name="Name59">
                  <dgm:presOf axis="ch desOrSelf" ptType="node node" st="6 1" cnt="1 0"/>
                </dgm:else>
              </dgm:choose>
            </dgm:else>
          </dgm:choose>
          <dgm:constrLst/>
          <dgm:ruleLst/>
        </dgm:layoutNode>
        <dgm:layoutNode name="dummy2a" moveWith="wedge2">
          <dgm:alg type="sp"/>
          <dgm:shape r:blip="">
            <dgm:adjLst/>
          </dgm:shape>
          <dgm:presOf/>
          <dgm:constrLst>
            <dgm:constr type="w" val="1"/>
            <dgm:constr type="h" val="1"/>
          </dgm:constrLst>
          <dgm:ruleLst/>
        </dgm:layoutNode>
        <dgm:layoutNode name="dummy2b" moveWith="wedge2">
          <dgm:alg type="sp"/>
          <dgm:shape r:blip="">
            <dgm:adjLst/>
          </dgm:shape>
          <dgm:presOf/>
          <dgm:constrLst>
            <dgm:constr type="w" val="1"/>
            <dgm:constr type="h" val="1"/>
          </dgm:constrLst>
          <dgm:ruleLst/>
        </dgm:layoutNode>
        <dgm:layoutNode name="wedge2Tx" moveWith="wedge2">
          <dgm:varLst>
            <dgm:chMax val="0"/>
            <dgm:chPref val="0"/>
            <dgm:bulletEnabled val="1"/>
          </dgm:varLst>
          <dgm:alg type="tx"/>
          <dgm:shape type="rect" r:blip="" hideGeom="1">
            <dgm:adjLst/>
          </dgm:shape>
          <dgm:choose name="Name60">
            <dgm:if name="Name61" func="var" arg="dir" op="equ" val="norm">
              <dgm:presOf axis="ch desOrSelf" ptType="node node" st="2 1" cnt="1 0"/>
            </dgm:if>
            <dgm:else name="Name62">
              <dgm:choose name="Name63">
                <dgm:if name="Name64" axis="ch" ptType="node" func="cnt" op="equ" val="2">
                  <dgm:presOf axis="ch desOrSelf" ptType="node node" st="1 1" cnt="1 0"/>
                </dgm:if>
                <dgm:if name="Name65" axis="ch" ptType="node" func="cnt" op="equ" val="3">
                  <dgm:presOf axis="ch desOrSelf" ptType="node node" st="2 1" cnt="1 0"/>
                </dgm:if>
                <dgm:if name="Name66" axis="ch" ptType="node" func="cnt" op="equ" val="4">
                  <dgm:presOf axis="ch desOrSelf" ptType="node node" st="3 1" cnt="1 0"/>
                </dgm:if>
                <dgm:if name="Name67" axis="ch" ptType="node" func="cnt" op="equ" val="5">
                  <dgm:presOf axis="ch desOrSelf" ptType="node node" st="4 1" cnt="1 0"/>
                </dgm:if>
                <dgm:if name="Name68" axis="ch" ptType="node" func="cnt" op="equ" val="6">
                  <dgm:presOf axis="ch desOrSelf" ptType="node node" st="5 1" cnt="1 0"/>
                </dgm:if>
                <dgm:else name="Name69">
                  <dgm:presOf axis="ch desOrSelf" ptType="node node" st="6 1" cnt="1 0"/>
                </dgm:else>
              </dgm:choose>
            </dgm:else>
          </dgm:choose>
          <dgm:constrLst>
            <dgm:constr type="tMarg" refType="primFontSz" fact="0.100000"/>
            <dgm:constr type="bMarg" refType="primFontSz" fact="0.100000"/>
            <dgm:constr type="lMarg" refType="primFontSz" fact="0.100000"/>
            <dgm:constr type="rMarg" refType="primFontSz" fact="0.100000"/>
            <dgm:constr type="primFontSz" val="65"/>
          </dgm:constrLst>
          <dgm:ruleLst>
            <dgm:rule type="primFontSz" val="5" fact="NaN" max="NaN"/>
          </dgm:ruleLst>
        </dgm:layoutNode>
      </dgm:if>
      <dgm:else name="Name70"/>
    </dgm:choose>
    <dgm:choose name="Name71">
      <dgm:if name="Name72" axis="ch" ptType="node" func="cnt" op="gte" val="3">
        <dgm:layoutNode name="wedge3">
          <dgm:alg type="sp"/>
          <dgm:choose name="Name73">
            <dgm:if name="Name74" axis="ch" ptType="node" func="cnt" op="equ" val="3">
              <dgm:shape type="pie" r:blip="">
                <dgm:adjLst>
                  <dgm:adj idx="1" val="150.000000"/>
                  <dgm:adj idx="2" val="270.000000"/>
                </dgm:adjLst>
              </dgm:shape>
            </dgm:if>
            <dgm:if name="Name75" axis="ch" ptType="node" func="cnt" op="equ" val="4">
              <dgm:shape type="pie" r:blip="">
                <dgm:adjLst>
                  <dgm:adj idx="1" val="90.000000"/>
                  <dgm:adj idx="2" val="180.000000"/>
                </dgm:adjLst>
              </dgm:shape>
            </dgm:if>
            <dgm:if name="Name76" axis="ch" ptType="node" func="cnt" op="equ" val="5">
              <dgm:shape type="pie" r:blip="">
                <dgm:adjLst>
                  <dgm:adj idx="1" val="54.000000"/>
                  <dgm:adj idx="2" val="126.000000"/>
                </dgm:adjLst>
              </dgm:shape>
            </dgm:if>
            <dgm:if name="Name77" axis="ch" ptType="node" func="cnt" op="equ" val="6">
              <dgm:shape type="pie" r:blip="">
                <dgm:adjLst>
                  <dgm:adj idx="1" val="30.000000"/>
                  <dgm:adj idx="2" val="90.000000"/>
                </dgm:adjLst>
              </dgm:shape>
            </dgm:if>
            <dgm:else name="Name78">
              <dgm:shape type="pie" r:blip="">
                <dgm:adjLst>
                  <dgm:adj idx="1" val="12.857140"/>
                  <dgm:adj idx="2" val="64.285710"/>
                </dgm:adjLst>
              </dgm:shape>
            </dgm:else>
          </dgm:choose>
          <dgm:choose name="Name79">
            <dgm:if name="Name80" func="var" arg="dir" op="equ" val="norm">
              <dgm:presOf axis="ch desOrSelf" ptType="node node" st="3 1" cnt="1 0"/>
            </dgm:if>
            <dgm:else name="Name81">
              <dgm:choose name="Name82">
                <dgm:if name="Name83" axis="ch" ptType="node" func="cnt" op="equ" val="3">
                  <dgm:presOf axis="ch desOrSelf" ptType="node node" st="1 1" cnt="1 0"/>
                </dgm:if>
                <dgm:if name="Name84" axis="ch" ptType="node" func="cnt" op="equ" val="4">
                  <dgm:presOf axis="ch desOrSelf" ptType="node node" st="2 1" cnt="1 0"/>
                </dgm:if>
                <dgm:if name="Name85" axis="ch" ptType="node" func="cnt" op="equ" val="5">
                  <dgm:presOf axis="ch desOrSelf" ptType="node node" st="3 1" cnt="1 0"/>
                </dgm:if>
                <dgm:if name="Name86" axis="ch" ptType="node" func="cnt" op="equ" val="6">
                  <dgm:presOf axis="ch desOrSelf" ptType="node node" st="4 1" cnt="1 0"/>
                </dgm:if>
                <dgm:else name="Name87">
                  <dgm:presOf axis="ch desOrSelf" ptType="node node" st="5 1" cnt="1 0"/>
                </dgm:else>
              </dgm:choose>
            </dgm:else>
          </dgm:choose>
          <dgm:constrLst/>
          <dgm:ruleLst/>
        </dgm:layoutNode>
        <dgm:layoutNode name="dummy3a" moveWith="wedge3">
          <dgm:alg type="sp"/>
          <dgm:shape r:blip="">
            <dgm:adjLst/>
          </dgm:shape>
          <dgm:presOf/>
          <dgm:constrLst>
            <dgm:constr type="w" val="1"/>
            <dgm:constr type="h" val="1"/>
          </dgm:constrLst>
          <dgm:ruleLst/>
        </dgm:layoutNode>
        <dgm:layoutNode name="dummy3b" moveWith="wedge3">
          <dgm:alg type="sp"/>
          <dgm:shape r:blip="">
            <dgm:adjLst/>
          </dgm:shape>
          <dgm:presOf/>
          <dgm:constrLst>
            <dgm:constr type="w" val="1"/>
            <dgm:constr type="h" val="1"/>
          </dgm:constrLst>
          <dgm:ruleLst/>
        </dgm:layoutNode>
        <dgm:layoutNode name="wedge3Tx" moveWith="wedge3">
          <dgm:varLst>
            <dgm:chMax val="0"/>
            <dgm:chPref val="0"/>
            <dgm:bulletEnabled val="1"/>
          </dgm:varLst>
          <dgm:alg type="tx"/>
          <dgm:shape type="rect" r:blip="" hideGeom="1">
            <dgm:adjLst/>
          </dgm:shape>
          <dgm:choose name="Name88">
            <dgm:if name="Name89" func="var" arg="dir" op="equ" val="norm">
              <dgm:presOf axis="ch desOrSelf" ptType="node node" st="3 1" cnt="1 0"/>
            </dgm:if>
            <dgm:else name="Name90">
              <dgm:choose name="Name91">
                <dgm:if name="Name92" axis="ch" ptType="node" func="cnt" op="equ" val="3">
                  <dgm:presOf axis="ch desOrSelf" ptType="node node" st="1 1" cnt="1 0"/>
                </dgm:if>
                <dgm:if name="Name93" axis="ch" ptType="node" func="cnt" op="equ" val="4">
                  <dgm:presOf axis="ch desOrSelf" ptType="node node" st="2 1" cnt="1 0"/>
                </dgm:if>
                <dgm:if name="Name94" axis="ch" ptType="node" func="cnt" op="equ" val="5">
                  <dgm:presOf axis="ch desOrSelf" ptType="node node" st="3 1" cnt="1 0"/>
                </dgm:if>
                <dgm:if name="Name95" axis="ch" ptType="node" func="cnt" op="equ" val="6">
                  <dgm:presOf axis="ch desOrSelf" ptType="node node" st="4 1" cnt="1 0"/>
                </dgm:if>
                <dgm:else name="Name96">
                  <dgm:presOf axis="ch desOrSelf" ptType="node node" st="5 1" cnt="1 0"/>
                </dgm:else>
              </dgm:choose>
            </dgm:else>
          </dgm:choose>
          <dgm:constrLst>
            <dgm:constr type="tMarg" refType="primFontSz" fact="0.100000"/>
            <dgm:constr type="bMarg" refType="primFontSz" fact="0.100000"/>
            <dgm:constr type="lMarg" refType="primFontSz" fact="0.100000"/>
            <dgm:constr type="rMarg" refType="primFontSz" fact="0.100000"/>
            <dgm:constr type="primFontSz" val="65"/>
          </dgm:constrLst>
          <dgm:ruleLst>
            <dgm:rule type="primFontSz" val="5" fact="NaN" max="NaN"/>
          </dgm:ruleLst>
        </dgm:layoutNode>
      </dgm:if>
      <dgm:else name="Name97"/>
    </dgm:choose>
    <dgm:choose name="Name98">
      <dgm:if name="Name99" axis="ch" ptType="node" func="cnt" op="gte" val="4">
        <dgm:layoutNode name="wedge4">
          <dgm:alg type="sp"/>
          <dgm:choose name="Name100">
            <dgm:if name="Name101" axis="ch" ptType="node" func="cnt" op="equ" val="4">
              <dgm:shape type="pie" r:blip="">
                <dgm:adjLst>
                  <dgm:adj idx="1" val="180.000000"/>
                  <dgm:adj idx="2" val="270.000000"/>
                </dgm:adjLst>
              </dgm:shape>
            </dgm:if>
            <dgm:if name="Name102" axis="ch" ptType="node" func="cnt" op="equ" val="5">
              <dgm:shape type="pie" r:blip="">
                <dgm:adjLst>
                  <dgm:adj idx="1" val="126.000000"/>
                  <dgm:adj idx="2" val="198.000000"/>
                </dgm:adjLst>
              </dgm:shape>
            </dgm:if>
            <dgm:if name="Name103" axis="ch" ptType="node" func="cnt" op="equ" val="6">
              <dgm:shape type="pie" r:blip="">
                <dgm:adjLst>
                  <dgm:adj idx="1" val="90.000000"/>
                  <dgm:adj idx="2" val="150.000000"/>
                </dgm:adjLst>
              </dgm:shape>
            </dgm:if>
            <dgm:else name="Name104">
              <dgm:shape type="pie" r:blip="">
                <dgm:adjLst>
                  <dgm:adj idx="1" val="64.287100"/>
                  <dgm:adj idx="2" val="115.714300"/>
                </dgm:adjLst>
              </dgm:shape>
            </dgm:else>
          </dgm:choose>
          <dgm:choose name="Name105">
            <dgm:if name="Name106" func="var" arg="dir" op="equ" val="norm">
              <dgm:presOf axis="ch desOrSelf" ptType="node node" st="4 1" cnt="1 0"/>
            </dgm:if>
            <dgm:else name="Name107">
              <dgm:choose name="Name108">
                <dgm:if name="Name109" axis="ch" ptType="node" func="cnt" op="equ" val="4">
                  <dgm:presOf axis="ch desOrSelf" ptType="node node" st="1 1" cnt="1 0"/>
                </dgm:if>
                <dgm:if name="Name110" axis="ch" ptType="node" func="cnt" op="equ" val="5">
                  <dgm:presOf axis="ch desOrSelf" ptType="node node" st="2 1" cnt="1 0"/>
                </dgm:if>
                <dgm:if name="Name111" axis="ch" ptType="node" func="cnt" op="equ" val="6">
                  <dgm:presOf axis="ch desOrSelf" ptType="node node" st="3 1" cnt="1 0"/>
                </dgm:if>
                <dgm:else name="Name112">
                  <dgm:presOf axis="ch desOrSelf" ptType="node node" st="4 1" cnt="1 0"/>
                </dgm:else>
              </dgm:choose>
            </dgm:else>
          </dgm:choose>
          <dgm:constrLst/>
          <dgm:ruleLst/>
        </dgm:layoutNode>
        <dgm:layoutNode name="dummy4a" moveWith="wedge4">
          <dgm:alg type="sp"/>
          <dgm:shape r:blip="">
            <dgm:adjLst/>
          </dgm:shape>
          <dgm:presOf/>
          <dgm:constrLst>
            <dgm:constr type="w" val="1"/>
            <dgm:constr type="h" val="1"/>
          </dgm:constrLst>
          <dgm:ruleLst/>
        </dgm:layoutNode>
        <dgm:layoutNode name="dummy4b" moveWith="wedge4">
          <dgm:alg type="sp"/>
          <dgm:shape r:blip="">
            <dgm:adjLst/>
          </dgm:shape>
          <dgm:presOf/>
          <dgm:constrLst>
            <dgm:constr type="w" val="1"/>
            <dgm:constr type="h" val="1"/>
          </dgm:constrLst>
          <dgm:ruleLst/>
        </dgm:layoutNode>
        <dgm:layoutNode name="wedge4Tx" moveWith="wedge4">
          <dgm:varLst>
            <dgm:chMax val="0"/>
            <dgm:chPref val="0"/>
            <dgm:bulletEnabled val="1"/>
          </dgm:varLst>
          <dgm:alg type="tx"/>
          <dgm:shape type="rect" r:blip="" hideGeom="1">
            <dgm:adjLst/>
          </dgm:shape>
          <dgm:choose name="Name113">
            <dgm:if name="Name114" func="var" arg="dir" op="equ" val="norm">
              <dgm:presOf axis="ch desOrSelf" ptType="node node" st="4 1" cnt="1 0"/>
            </dgm:if>
            <dgm:else name="Name115">
              <dgm:choose name="Name116">
                <dgm:if name="Name117" axis="ch" ptType="node" func="cnt" op="equ" val="4">
                  <dgm:presOf axis="ch desOrSelf" ptType="node node" st="1 1" cnt="1 0"/>
                </dgm:if>
                <dgm:if name="Name118" axis="ch" ptType="node" func="cnt" op="equ" val="5">
                  <dgm:presOf axis="ch desOrSelf" ptType="node node" st="2 1" cnt="1 0"/>
                </dgm:if>
                <dgm:if name="Name119" axis="ch" ptType="node" func="cnt" op="equ" val="6">
                  <dgm:presOf axis="ch desOrSelf" ptType="node node" st="3 1" cnt="1 0"/>
                </dgm:if>
                <dgm:else name="Name120">
                  <dgm:presOf axis="ch desOrSelf" ptType="node node" st="4 1" cnt="1 0"/>
                </dgm:else>
              </dgm:choose>
            </dgm:else>
          </dgm:choose>
          <dgm:constrLst>
            <dgm:constr type="tMarg" refType="primFontSz" fact="0.100000"/>
            <dgm:constr type="bMarg" refType="primFontSz" fact="0.100000"/>
            <dgm:constr type="lMarg" refType="primFontSz" fact="0.100000"/>
            <dgm:constr type="rMarg" refType="primFontSz" fact="0.100000"/>
            <dgm:constr type="primFontSz" val="65"/>
          </dgm:constrLst>
          <dgm:ruleLst>
            <dgm:rule type="primFontSz" val="5" fact="NaN" max="NaN"/>
          </dgm:ruleLst>
        </dgm:layoutNode>
      </dgm:if>
      <dgm:else name="Name121"/>
    </dgm:choose>
    <dgm:choose name="Name122">
      <dgm:if name="Name123" axis="ch" ptType="node" func="cnt" op="gte" val="5">
        <dgm:layoutNode name="wedge5">
          <dgm:alg type="sp"/>
          <dgm:choose name="Name124">
            <dgm:if name="Name125" axis="ch" ptType="node" func="cnt" op="equ" val="5">
              <dgm:shape type="pie" r:blip="">
                <dgm:adjLst>
                  <dgm:adj idx="1" val="198.000000"/>
                  <dgm:adj idx="2" val="270.000000"/>
                </dgm:adjLst>
              </dgm:shape>
            </dgm:if>
            <dgm:if name="Name126" axis="ch" ptType="node" func="cnt" op="equ" val="6">
              <dgm:shape type="pie" r:blip="">
                <dgm:adjLst>
                  <dgm:adj idx="1" val="150.000000"/>
                  <dgm:adj idx="2" val="210.000000"/>
                </dgm:adjLst>
              </dgm:shape>
            </dgm:if>
            <dgm:else name="Name127">
              <dgm:shape type="pie" r:blip="">
                <dgm:adjLst>
                  <dgm:adj idx="1" val="115.714300"/>
                  <dgm:adj idx="2" val="167.142900"/>
                </dgm:adjLst>
              </dgm:shape>
            </dgm:else>
          </dgm:choose>
          <dgm:choose name="Name128">
            <dgm:if name="Name129" func="var" arg="dir" op="equ" val="norm">
              <dgm:presOf axis="ch desOrSelf" ptType="node node" st="5 1" cnt="1 0"/>
            </dgm:if>
            <dgm:else name="Name130">
              <dgm:choose name="Name131">
                <dgm:if name="Name132" axis="ch" ptType="node" func="cnt" op="equ" val="5">
                  <dgm:presOf axis="ch desOrSelf" ptType="node node" st="1 1" cnt="1 0"/>
                </dgm:if>
                <dgm:if name="Name133" axis="ch" ptType="node" func="cnt" op="equ" val="6">
                  <dgm:presOf axis="ch desOrSelf" ptType="node node" st="2 1" cnt="1 0"/>
                </dgm:if>
                <dgm:else name="Name134">
                  <dgm:presOf axis="ch desOrSelf" ptType="node node" st="3 1" cnt="1 0"/>
                </dgm:else>
              </dgm:choose>
            </dgm:else>
          </dgm:choose>
          <dgm:constrLst/>
          <dgm:ruleLst/>
        </dgm:layoutNode>
        <dgm:layoutNode name="dummy5a" moveWith="wedge5">
          <dgm:alg type="sp"/>
          <dgm:shape r:blip="">
            <dgm:adjLst/>
          </dgm:shape>
          <dgm:presOf/>
          <dgm:constrLst>
            <dgm:constr type="w" val="1"/>
            <dgm:constr type="h" val="1"/>
          </dgm:constrLst>
          <dgm:ruleLst/>
        </dgm:layoutNode>
        <dgm:layoutNode name="dummy5b" moveWith="wedge5">
          <dgm:alg type="sp"/>
          <dgm:shape r:blip="">
            <dgm:adjLst/>
          </dgm:shape>
          <dgm:presOf/>
          <dgm:constrLst>
            <dgm:constr type="w" val="1"/>
            <dgm:constr type="h" val="1"/>
          </dgm:constrLst>
          <dgm:ruleLst/>
        </dgm:layoutNode>
        <dgm:layoutNode name="wedge5Tx" moveWith="wedge5">
          <dgm:varLst>
            <dgm:chMax val="0"/>
            <dgm:chPref val="0"/>
            <dgm:bulletEnabled val="1"/>
          </dgm:varLst>
          <dgm:alg type="tx"/>
          <dgm:shape type="rect" r:blip="" hideGeom="1">
            <dgm:adjLst/>
          </dgm:shape>
          <dgm:choose name="Name135">
            <dgm:if name="Name136" func="var" arg="dir" op="equ" val="norm">
              <dgm:presOf axis="ch desOrSelf" ptType="node node" st="5 1" cnt="1 0"/>
            </dgm:if>
            <dgm:else name="Name137">
              <dgm:choose name="Name138">
                <dgm:if name="Name139" axis="ch" ptType="node" func="cnt" op="equ" val="5">
                  <dgm:presOf axis="ch desOrSelf" ptType="node node" st="1 1" cnt="1 0"/>
                </dgm:if>
                <dgm:if name="Name140" axis="ch" ptType="node" func="cnt" op="equ" val="6">
                  <dgm:presOf axis="ch desOrSelf" ptType="node node" st="2 1" cnt="1 0"/>
                </dgm:if>
                <dgm:else name="Name141">
                  <dgm:presOf axis="ch desOrSelf" ptType="node node" st="3 1" cnt="1 0"/>
                </dgm:else>
              </dgm:choose>
            </dgm:else>
          </dgm:choose>
          <dgm:constrLst>
            <dgm:constr type="tMarg" refType="primFontSz" fact="0.100000"/>
            <dgm:constr type="bMarg" refType="primFontSz" fact="0.100000"/>
            <dgm:constr type="lMarg" refType="primFontSz" fact="0.100000"/>
            <dgm:constr type="rMarg" refType="primFontSz" fact="0.100000"/>
            <dgm:constr type="primFontSz" val="65"/>
          </dgm:constrLst>
          <dgm:ruleLst>
            <dgm:rule type="primFontSz" val="5" fact="NaN" max="NaN"/>
          </dgm:ruleLst>
        </dgm:layoutNode>
      </dgm:if>
      <dgm:else name="Name142"/>
    </dgm:choose>
    <dgm:choose name="Name143">
      <dgm:if name="Name144" axis="ch" ptType="node" func="cnt" op="gte" val="6">
        <dgm:layoutNode name="wedge6">
          <dgm:alg type="sp"/>
          <dgm:choose name="Name145">
            <dgm:if name="Name146" axis="ch" ptType="node" func="cnt" op="equ" val="6">
              <dgm:shape type="pie" r:blip="">
                <dgm:adjLst>
                  <dgm:adj idx="1" val="210.000000"/>
                  <dgm:adj idx="2" val="270.000000"/>
                </dgm:adjLst>
              </dgm:shape>
            </dgm:if>
            <dgm:else name="Name147">
              <dgm:shape type="pie" r:blip="">
                <dgm:adjLst>
                  <dgm:adj idx="1" val="167.142900"/>
                  <dgm:adj idx="2" val="218.571400"/>
                </dgm:adjLst>
              </dgm:shape>
            </dgm:else>
          </dgm:choose>
          <dgm:choose name="Name148">
            <dgm:if name="Name149" func="var" arg="dir" op="equ" val="norm">
              <dgm:presOf axis="ch desOrSelf" ptType="node node" st="6 1" cnt="1 0"/>
            </dgm:if>
            <dgm:else name="Name150">
              <dgm:choose name="Name151">
                <dgm:if name="Name152" axis="ch" ptType="node" func="cnt" op="equ" val="6">
                  <dgm:presOf axis="ch desOrSelf" ptType="node node" st="1 1" cnt="1 0"/>
                </dgm:if>
                <dgm:else name="Name153">
                  <dgm:presOf axis="ch desOrSelf" ptType="node node" st="2 1" cnt="1 0"/>
                </dgm:else>
              </dgm:choose>
            </dgm:else>
          </dgm:choose>
          <dgm:constrLst/>
          <dgm:ruleLst/>
        </dgm:layoutNode>
        <dgm:layoutNode name="dummy6a" moveWith="wedge6">
          <dgm:alg type="sp"/>
          <dgm:shape r:blip="">
            <dgm:adjLst/>
          </dgm:shape>
          <dgm:presOf/>
          <dgm:constrLst>
            <dgm:constr type="w" val="1"/>
            <dgm:constr type="h" val="1"/>
          </dgm:constrLst>
          <dgm:ruleLst/>
        </dgm:layoutNode>
        <dgm:layoutNode name="dummy6b" moveWith="wedge6">
          <dgm:alg type="sp"/>
          <dgm:shape r:blip="">
            <dgm:adjLst/>
          </dgm:shape>
          <dgm:presOf/>
          <dgm:constrLst>
            <dgm:constr type="w" val="1"/>
            <dgm:constr type="h" val="1"/>
          </dgm:constrLst>
          <dgm:ruleLst/>
        </dgm:layoutNode>
        <dgm:layoutNode name="wedge6Tx" moveWith="wedge6">
          <dgm:varLst>
            <dgm:chMax val="0"/>
            <dgm:chPref val="0"/>
            <dgm:bulletEnabled val="1"/>
          </dgm:varLst>
          <dgm:alg type="tx"/>
          <dgm:shape type="rect" r:blip="" hideGeom="1">
            <dgm:adjLst/>
          </dgm:shape>
          <dgm:choose name="Name154">
            <dgm:if name="Name155" func="var" arg="dir" op="equ" val="norm">
              <dgm:presOf axis="ch desOrSelf" ptType="node node" st="6 1" cnt="1 0"/>
            </dgm:if>
            <dgm:else name="Name156">
              <dgm:choose name="Name157">
                <dgm:if name="Name158" axis="ch" ptType="node" func="cnt" op="equ" val="6">
                  <dgm:presOf axis="ch desOrSelf" ptType="node node" st="1 1" cnt="1 0"/>
                </dgm:if>
                <dgm:else name="Name159">
                  <dgm:presOf axis="ch desOrSelf" ptType="node node" st="2 1" cnt="1 0"/>
                </dgm:else>
              </dgm:choose>
            </dgm:else>
          </dgm:choose>
          <dgm:constrLst>
            <dgm:constr type="tMarg" refType="primFontSz" fact="0.100000"/>
            <dgm:constr type="bMarg" refType="primFontSz" fact="0.100000"/>
            <dgm:constr type="lMarg" refType="primFontSz" fact="0.100000"/>
            <dgm:constr type="rMarg" refType="primFontSz" fact="0.100000"/>
            <dgm:constr type="primFontSz" val="65"/>
          </dgm:constrLst>
          <dgm:ruleLst>
            <dgm:rule type="primFontSz" val="5" fact="NaN" max="NaN"/>
          </dgm:ruleLst>
        </dgm:layoutNode>
      </dgm:if>
      <dgm:else name="Name160"/>
    </dgm:choose>
    <dgm:choose name="Name161">
      <dgm:if name="Name162" axis="ch" ptType="node" func="cnt" op="gte" val="7">
        <dgm:layoutNode name="wedge7">
          <dgm:alg type="sp"/>
          <dgm:shape type="pie" r:blip="">
            <dgm:adjLst>
              <dgm:adj idx="1" val="218.571400"/>
              <dgm:adj idx="2" val="270.000000"/>
            </dgm:adjLst>
          </dgm:shape>
          <dgm:choose name="Name163">
            <dgm:if name="Name164" func="var" arg="dir" op="equ" val="norm">
              <dgm:presOf axis="ch desOrSelf" ptType="node node" st="7 1" cnt="1 0"/>
            </dgm:if>
            <dgm:else name="Name165">
              <dgm:presOf axis="ch desOrSelf" ptType="node node" st="1 1" cnt="1 0"/>
            </dgm:else>
          </dgm:choose>
          <dgm:constrLst/>
          <dgm:ruleLst/>
        </dgm:layoutNode>
        <dgm:layoutNode name="dummy7a" moveWith="wedge7">
          <dgm:alg type="sp"/>
          <dgm:shape r:blip="">
            <dgm:adjLst/>
          </dgm:shape>
          <dgm:presOf/>
          <dgm:constrLst>
            <dgm:constr type="w" val="1"/>
            <dgm:constr type="h" val="1"/>
          </dgm:constrLst>
          <dgm:ruleLst/>
        </dgm:layoutNode>
        <dgm:layoutNode name="dummy7b" moveWith="wedge7">
          <dgm:alg type="sp"/>
          <dgm:shape r:blip="">
            <dgm:adjLst/>
          </dgm:shape>
          <dgm:presOf/>
          <dgm:constrLst>
            <dgm:constr type="w" val="1"/>
            <dgm:constr type="h" val="1"/>
          </dgm:constrLst>
          <dgm:ruleLst/>
        </dgm:layoutNode>
        <dgm:layoutNode name="wedge7Tx" moveWith="wedge7">
          <dgm:varLst>
            <dgm:chMax val="0"/>
            <dgm:chPref val="0"/>
            <dgm:bulletEnabled val="1"/>
          </dgm:varLst>
          <dgm:alg type="tx"/>
          <dgm:shape type="rect" r:blip="" hideGeom="1">
            <dgm:adjLst/>
          </dgm:shape>
          <dgm:choose name="Name166">
            <dgm:if name="Name167" func="var" arg="dir" op="equ" val="norm">
              <dgm:presOf axis="ch desOrSelf" ptType="node node" st="7 1" cnt="1 0"/>
            </dgm:if>
            <dgm:else name="Name168">
              <dgm:presOf axis="ch desOrSelf" ptType="node node" st="1 1" cnt="1 0"/>
            </dgm:else>
          </dgm:choose>
          <dgm:constrLst>
            <dgm:constr type="tMarg" refType="primFontSz" fact="0.100000"/>
            <dgm:constr type="bMarg" refType="primFontSz" fact="0.100000"/>
            <dgm:constr type="lMarg" refType="primFontSz" fact="0.100000"/>
            <dgm:constr type="rMarg" refType="primFontSz" fact="0.100000"/>
            <dgm:constr type="primFontSz" val="65"/>
          </dgm:constrLst>
          <dgm:ruleLst>
            <dgm:rule type="primFontSz" val="5" fact="NaN" max="NaN"/>
          </dgm:ruleLst>
        </dgm:layoutNode>
      </dgm:if>
      <dgm:else name="Name169"/>
    </dgm:choose>
    <dgm:choose name="Name170">
      <dgm:if name="Name171" axis="ch" ptType="node" func="cnt" op="equ" val="1">
        <dgm:forEach name="Name172" axis="ch" ptType="sibTrans" cnt="1" hideLastTrans="0">
          <dgm:layoutNode name="arrowWedge1single" styleLbl="fgSibTrans2D1">
            <dgm:choose name="Name173">
              <dgm:if name="Name174" func="var" arg="dir" op="equ" val="norm">
                <dgm:alg type="conn">
                  <dgm:param type="connRout" val="longCurve"/>
                  <dgm:param type="srcNode" val="dummy1a"/>
                  <dgm:param type="dstNode" val="dummy1b"/>
                  <dgm:param type="begPts" val="tL"/>
                  <dgm:param type="endPts" val="tR"/>
                  <dgm:param type="begSty" val="arr"/>
                  <dgm:param type="endSty" val="noArr"/>
                </dgm:alg>
              </dgm:if>
              <dgm:else name="Name175">
                <dgm:alg type="conn">
                  <dgm:param type="connRout" val="longCurve"/>
                  <dgm:param type="srcNode" val="dummy1a"/>
                  <dgm:param type="dstNode" val="dummy1b"/>
                  <dgm:param type="begPts" val="tL"/>
                  <dgm:param type="endPts" val="tR"/>
                  <dgm:param type="begSty" val="noArr"/>
                  <dgm:param type="endSty" val="arr"/>
                </dgm:alg>
              </dgm:else>
            </dgm:choose>
            <dgm:shape type="conn" r:blip="">
              <dgm:adjLst/>
            </dgm:shape>
            <dgm:presOf/>
            <dgm:constrLst>
              <dgm:constr type="w" val="1"/>
              <dgm:constr type="begPad"/>
              <dgm:constr type="endPad"/>
            </dgm:constrLst>
            <dgm:ruleLst/>
          </dgm:layoutNode>
        </dgm:forEach>
      </dgm:if>
      <dgm:if name="Name176" axis="ch" ptType="node" func="cnt" op="gte" val="2">
        <dgm:forEach name="Name177" axis="ch" ptType="sibTrans" cnt="1" hideLastTrans="0">
          <dgm:layoutNode name="arrowWedge1" styleLbl="fgSibTrans2D1">
            <dgm:choose name="Name178">
              <dgm:if name="Name179" func="var" arg="dir" op="equ" val="norm">
                <dgm:alg type="conn">
                  <dgm:param type="connRout" val="curve"/>
                  <dgm:param type="srcNode" val="dummy1a"/>
                  <dgm:param type="dstNode" val="dummy1b"/>
                  <dgm:param type="begPts" val="tL"/>
                  <dgm:param type="endPts" val="tL"/>
                  <dgm:param type="begSty" val="noArr"/>
                  <dgm:param type="endSty" val="arr"/>
                </dgm:alg>
              </dgm:if>
              <dgm:else name="Name180">
                <dgm:alg type="conn">
                  <dgm:param type="connRout" val="curve"/>
                  <dgm:param type="srcNode" val="dummy1a"/>
                  <dgm:param type="dstNode" val="dummy1b"/>
                  <dgm:param type="begPts" val="tL"/>
                  <dgm:param type="endPts" val="tL"/>
                  <dgm:param type="begSty" val="arr"/>
                  <dgm:param type="endSty" val="noArr"/>
                </dgm:alg>
              </dgm:else>
            </dgm:choose>
            <dgm:shape type="conn" r:blip="">
              <dgm:adjLst/>
            </dgm:shape>
            <dgm:presOf/>
            <dgm:constrLst>
              <dgm:constr type="w" val="1"/>
              <dgm:constr type="begPad"/>
              <dgm:constr type="endPad"/>
            </dgm:constrLst>
            <dgm:ruleLst/>
          </dgm:layoutNode>
        </dgm:forEach>
      </dgm:if>
      <dgm:else name="Name181"/>
    </dgm:choose>
    <dgm:forEach name="Name182" axis="ch" ptType="sibTrans" st="2" cnt="1" hideLastTrans="0">
      <dgm:layoutNode name="arrowWedge2" styleLbl="fgSibTrans2D1">
        <dgm:choose name="Name183">
          <dgm:if name="Name184" func="var" arg="dir" op="equ" val="norm">
            <dgm:alg type="conn">
              <dgm:param type="connRout" val="curve"/>
              <dgm:param type="srcNode" val="dummy2a"/>
              <dgm:param type="dstNode" val="dummy2b"/>
              <dgm:param type="begPts" val="tL"/>
              <dgm:param type="endPts" val="tL"/>
              <dgm:param type="begSty" val="noArr"/>
              <dgm:param type="endSty" val="arr"/>
            </dgm:alg>
          </dgm:if>
          <dgm:else name="Name185">
            <dgm:alg type="conn">
              <dgm:param type="connRout" val="curve"/>
              <dgm:param type="srcNode" val="dummy2a"/>
              <dgm:param type="dstNode" val="dummy2b"/>
              <dgm:param type="begPts" val="tL"/>
              <dgm:param type="endPts" val="tL"/>
              <dgm:param type="begSty" val="arr"/>
              <dgm:param type="endSty" val="noArr"/>
            </dgm:alg>
          </dgm:else>
        </dgm:choose>
        <dgm:shape type="conn" r:blip="">
          <dgm:adjLst/>
        </dgm:shape>
        <dgm:presOf/>
        <dgm:constrLst>
          <dgm:constr type="w" val="1"/>
          <dgm:constr type="begPad"/>
          <dgm:constr type="endPad"/>
        </dgm:constrLst>
        <dgm:ruleLst/>
      </dgm:layoutNode>
    </dgm:forEach>
    <dgm:forEach name="Name186" axis="ch" ptType="sibTrans" st="3" cnt="1" hideLastTrans="0">
      <dgm:layoutNode name="arrowWedge3" styleLbl="fgSibTrans2D1">
        <dgm:choose name="Name187">
          <dgm:if name="Name188" func="var" arg="dir" op="equ" val="norm">
            <dgm:alg type="conn">
              <dgm:param type="connRout" val="curve"/>
              <dgm:param type="srcNode" val="dummy3a"/>
              <dgm:param type="dstNode" val="dummy3b"/>
              <dgm:param type="begPts" val="tL"/>
              <dgm:param type="endPts" val="tL"/>
              <dgm:param type="begSty" val="noArr"/>
              <dgm:param type="endSty" val="arr"/>
            </dgm:alg>
          </dgm:if>
          <dgm:else name="Name189">
            <dgm:alg type="conn">
              <dgm:param type="connRout" val="curve"/>
              <dgm:param type="srcNode" val="dummy3a"/>
              <dgm:param type="dstNode" val="dummy3b"/>
              <dgm:param type="begPts" val="tL"/>
              <dgm:param type="endPts" val="tL"/>
              <dgm:param type="begSty" val="arr"/>
              <dgm:param type="endSty" val="noArr"/>
            </dgm:alg>
          </dgm:else>
        </dgm:choose>
        <dgm:shape type="conn" r:blip="">
          <dgm:adjLst/>
        </dgm:shape>
        <dgm:presOf/>
        <dgm:constrLst>
          <dgm:constr type="w" val="1"/>
          <dgm:constr type="begPad"/>
          <dgm:constr type="endPad"/>
        </dgm:constrLst>
        <dgm:ruleLst/>
      </dgm:layoutNode>
    </dgm:forEach>
    <dgm:forEach name="Name190" axis="ch" ptType="sibTrans" st="4" cnt="1" hideLastTrans="0">
      <dgm:layoutNode name="arrowWedge4" styleLbl="fgSibTrans2D1">
        <dgm:choose name="Name191">
          <dgm:if name="Name192" func="var" arg="dir" op="equ" val="norm">
            <dgm:alg type="conn">
              <dgm:param type="connRout" val="curve"/>
              <dgm:param type="srcNode" val="dummy4a"/>
              <dgm:param type="dstNode" val="dummy4b"/>
              <dgm:param type="begPts" val="tL"/>
              <dgm:param type="endPts" val="tL"/>
              <dgm:param type="begSty" val="noArr"/>
              <dgm:param type="endSty" val="arr"/>
            </dgm:alg>
          </dgm:if>
          <dgm:else name="Name193">
            <dgm:alg type="conn">
              <dgm:param type="connRout" val="curve"/>
              <dgm:param type="srcNode" val="dummy4a"/>
              <dgm:param type="dstNode" val="dummy4b"/>
              <dgm:param type="begPts" val="tL"/>
              <dgm:param type="endPts" val="tL"/>
              <dgm:param type="begSty" val="arr"/>
              <dgm:param type="endSty" val="noArr"/>
            </dgm:alg>
          </dgm:else>
        </dgm:choose>
        <dgm:shape type="conn" r:blip="">
          <dgm:adjLst/>
        </dgm:shape>
        <dgm:presOf/>
        <dgm:constrLst>
          <dgm:constr type="w" val="1"/>
          <dgm:constr type="begPad"/>
          <dgm:constr type="endPad"/>
        </dgm:constrLst>
        <dgm:ruleLst/>
      </dgm:layoutNode>
    </dgm:forEach>
    <dgm:forEach name="Name194" axis="ch" ptType="sibTrans" st="5" cnt="1" hideLastTrans="0">
      <dgm:layoutNode name="arrowWedge5" styleLbl="fgSibTrans2D1">
        <dgm:choose name="Name195">
          <dgm:if name="Name196" func="var" arg="dir" op="equ" val="norm">
            <dgm:alg type="conn">
              <dgm:param type="connRout" val="curve"/>
              <dgm:param type="srcNode" val="dummy5a"/>
              <dgm:param type="dstNode" val="dummy5b"/>
              <dgm:param type="begPts" val="tL"/>
              <dgm:param type="endPts" val="tL"/>
              <dgm:param type="begSty" val="noArr"/>
              <dgm:param type="endSty" val="arr"/>
            </dgm:alg>
          </dgm:if>
          <dgm:else name="Name197">
            <dgm:alg type="conn">
              <dgm:param type="connRout" val="curve"/>
              <dgm:param type="srcNode" val="dummy5a"/>
              <dgm:param type="dstNode" val="dummy5b"/>
              <dgm:param type="begPts" val="tL"/>
              <dgm:param type="endPts" val="tL"/>
              <dgm:param type="begSty" val="arr"/>
              <dgm:param type="endSty" val="noArr"/>
            </dgm:alg>
          </dgm:else>
        </dgm:choose>
        <dgm:shape type="conn" r:blip="">
          <dgm:adjLst/>
        </dgm:shape>
        <dgm:presOf/>
        <dgm:constrLst>
          <dgm:constr type="w" val="1"/>
          <dgm:constr type="begPad"/>
          <dgm:constr type="endPad"/>
        </dgm:constrLst>
        <dgm:ruleLst/>
      </dgm:layoutNode>
    </dgm:forEach>
    <dgm:forEach name="Name198" axis="ch" ptType="sibTrans" st="6" cnt="1" hideLastTrans="0">
      <dgm:layoutNode name="arrowWedge6" styleLbl="fgSibTrans2D1">
        <dgm:choose name="Name199">
          <dgm:if name="Name200" func="var" arg="dir" op="equ" val="norm">
            <dgm:alg type="conn">
              <dgm:param type="connRout" val="curve"/>
              <dgm:param type="srcNode" val="dummy6a"/>
              <dgm:param type="dstNode" val="dummy6b"/>
              <dgm:param type="begPts" val="tL"/>
              <dgm:param type="endPts" val="tL"/>
              <dgm:param type="begSty" val="noArr"/>
              <dgm:param type="endSty" val="arr"/>
            </dgm:alg>
          </dgm:if>
          <dgm:else name="Name201">
            <dgm:alg type="conn">
              <dgm:param type="connRout" val="curve"/>
              <dgm:param type="srcNode" val="dummy6a"/>
              <dgm:param type="dstNode" val="dummy6b"/>
              <dgm:param type="begPts" val="tL"/>
              <dgm:param type="endPts" val="tL"/>
              <dgm:param type="begSty" val="arr"/>
              <dgm:param type="endSty" val="noArr"/>
            </dgm:alg>
          </dgm:else>
        </dgm:choose>
        <dgm:shape type="conn" r:blip="">
          <dgm:adjLst/>
        </dgm:shape>
        <dgm:presOf/>
        <dgm:constrLst>
          <dgm:constr type="w" val="1"/>
          <dgm:constr type="begPad"/>
          <dgm:constr type="endPad"/>
        </dgm:constrLst>
        <dgm:ruleLst/>
      </dgm:layoutNode>
    </dgm:forEach>
    <dgm:forEach name="Name202" axis="ch" ptType="sibTrans" st="7" cnt="1" hideLastTrans="0">
      <dgm:layoutNode name="arrowWedge7" styleLbl="fgSibTrans2D1">
        <dgm:choose name="Name203">
          <dgm:if name="Name204" func="var" arg="dir" op="equ" val="norm">
            <dgm:alg type="conn">
              <dgm:param type="connRout" val="curve"/>
              <dgm:param type="srcNode" val="dummy7a"/>
              <dgm:param type="dstNode" val="dummy7b"/>
              <dgm:param type="begPts" val="tL"/>
              <dgm:param type="endPts" val="tL"/>
              <dgm:param type="begSty" val="noArr"/>
              <dgm:param type="endSty" val="arr"/>
            </dgm:alg>
          </dgm:if>
          <dgm:else name="Name205">
            <dgm:alg type="conn">
              <dgm:param type="connRout" val="curve"/>
              <dgm:param type="srcNode" val="dummy7a"/>
              <dgm:param type="dstNode" val="dummy7b"/>
              <dgm:param type="begPts" val="tL"/>
              <dgm:param type="endPts" val="tL"/>
              <dgm:param type="begSty" val="arr"/>
              <dgm:param type="endSty" val="noArr"/>
            </dgm:alg>
          </dgm:else>
        </dgm:choose>
        <dgm:shape type="conn" r:blip="">
          <dgm:adjLst/>
        </dgm:shape>
        <dgm:presOf/>
        <dgm:constrLst>
          <dgm:constr type="w" val="1"/>
          <dgm:constr type="begPad"/>
          <dgm:constr type="endPad"/>
        </dgm:constrLst>
        <dgm:ruleLst/>
      </dgm:layoutNode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3">
  <dgm:title val=""/>
  <dgm:desc val=""/>
  <dgm:catLst>
    <dgm:cat type="simple" pri="10300"/>
  </dgm:catLst>
  <dgm:scene3d>
    <a:camera prst="orthographicFront"/>
    <a:lightRig rig="threePt" dir="t"/>
  </dgm:scene3d>
  <dgm:styleLbl name="node0">
    <dgm:scene3d>
      <a:camera prst="orthographicFront"/>
      <a:lightRig rig="flat" dir="t"/>
    </dgm:scene3d>
    <dgm:sp3d/>
    <dgm:txPr>
      <a:bodyPr/>
      <a:p>
        <a:pPr>
          <a:defRPr/>
        </a:pPr>
        <a:endParaRPr/>
      </a:p>
    </dgm:txPr>
    <dgm:style>
      <a:lnRef idx="0">
        <a:srgbClr val="000000"/>
      </a:lnRef>
      <a:fillRef idx="2">
        <a:srgbClr val="000000"/>
      </a:fillRef>
      <a:effectRef idx="1">
        <a:srgbClr val="000000"/>
      </a:effectRef>
      <a:fontRef idx="minor">
        <a:schemeClr val="dk1"/>
      </a:fontRef>
    </dgm:style>
  </dgm:styleLbl>
  <dgm:styleLbl name="lnNode1">
    <dgm:scene3d>
      <a:camera prst="orthographicFront"/>
      <a:lightRig rig="flat" dir="t"/>
    </dgm:scene3d>
    <dgm:sp3d/>
    <dgm:txPr>
      <a:bodyPr/>
      <a:p>
        <a:pPr>
          <a:defRPr/>
        </a:pPr>
        <a:endParaRPr/>
      </a:p>
    </dgm:txPr>
    <dgm:style>
      <a:lnRef idx="1">
        <a:srgbClr val="000000"/>
      </a:lnRef>
      <a:fillRef idx="2">
        <a:srgbClr val="000000"/>
      </a:fillRef>
      <a:effectRef idx="0">
        <a:srgbClr val="000000"/>
      </a:effectRef>
      <a:fontRef idx="minor">
        <a:schemeClr val="dk1"/>
      </a:fontRef>
    </dgm:style>
  </dgm:styleLbl>
  <dgm:styleLbl name="vennNode1">
    <dgm:scene3d>
      <a:camera prst="orthographicFront"/>
      <a:lightRig rig="flat" dir="t"/>
    </dgm:scene3d>
    <dgm:sp3d/>
    <dgm:txPr>
      <a:bodyPr/>
      <a:p>
        <a:pPr>
          <a:defRPr/>
        </a:pPr>
        <a:endParaRPr/>
      </a:p>
    </dgm:txPr>
    <dgm:style>
      <a:lnRef idx="0">
        <a:srgbClr val="000000"/>
      </a:lnRef>
      <a:fillRef idx="2">
        <a:srgbClr val="000000"/>
      </a:fillRef>
      <a:effectRef idx="0">
        <a:srgbClr val="00000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>
      <a:bodyPr/>
      <a:p>
        <a:pPr>
          <a:defRPr/>
        </a:pPr>
        <a:endParaRPr/>
      </a:p>
    </dgm:txPr>
    <dgm:style>
      <a:lnRef idx="1">
        <a:srgbClr val="000000"/>
      </a:lnRef>
      <a:fillRef idx="2">
        <a:srgbClr val="000000"/>
      </a:fillRef>
      <a:effectRef idx="1">
        <a:srgbClr val="000000"/>
      </a:effectRef>
      <a:fontRef idx="minor">
        <a:schemeClr val="dk1"/>
      </a:fontRef>
    </dgm:style>
  </dgm:styleLbl>
  <dgm:styleLbl name="node1">
    <dgm:scene3d>
      <a:camera prst="orthographicFront"/>
      <a:lightRig rig="flat" dir="t"/>
    </dgm:scene3d>
    <dgm:sp3d/>
    <dgm:txPr>
      <a:bodyPr/>
      <a:p>
        <a:pPr>
          <a:defRPr/>
        </a:pPr>
        <a:endParaRPr/>
      </a:p>
    </dgm:txPr>
    <dgm:style>
      <a:lnRef idx="0">
        <a:srgbClr val="000000"/>
      </a:lnRef>
      <a:fillRef idx="2">
        <a:srgbClr val="000000"/>
      </a:fillRef>
      <a:effectRef idx="1">
        <a:srgbClr val="000000"/>
      </a:effectRef>
      <a:fontRef idx="minor">
        <a:schemeClr val="dk1"/>
      </a:fontRef>
    </dgm:style>
  </dgm:styleLbl>
  <dgm:styleLbl name="node2">
    <dgm:scene3d>
      <a:camera prst="orthographicFront"/>
      <a:lightRig rig="flat" dir="t"/>
    </dgm:scene3d>
    <dgm:sp3d/>
    <dgm:txPr>
      <a:bodyPr/>
      <a:p>
        <a:pPr>
          <a:defRPr/>
        </a:pPr>
        <a:endParaRPr/>
      </a:p>
    </dgm:txPr>
    <dgm:style>
      <a:lnRef idx="0">
        <a:srgbClr val="000000"/>
      </a:lnRef>
      <a:fillRef idx="2">
        <a:srgbClr val="000000"/>
      </a:fillRef>
      <a:effectRef idx="1">
        <a:srgbClr val="000000"/>
      </a:effectRef>
      <a:fontRef idx="minor">
        <a:schemeClr val="dk1"/>
      </a:fontRef>
    </dgm:style>
  </dgm:styleLbl>
  <dgm:styleLbl name="node3">
    <dgm:scene3d>
      <a:camera prst="orthographicFront"/>
      <a:lightRig rig="flat" dir="t"/>
    </dgm:scene3d>
    <dgm:sp3d/>
    <dgm:txPr>
      <a:bodyPr/>
      <a:p>
        <a:pPr>
          <a:defRPr/>
        </a:pPr>
        <a:endParaRPr/>
      </a:p>
    </dgm:txPr>
    <dgm:style>
      <a:lnRef idx="0">
        <a:srgbClr val="000000"/>
      </a:lnRef>
      <a:fillRef idx="2">
        <a:srgbClr val="000000"/>
      </a:fillRef>
      <a:effectRef idx="1">
        <a:srgbClr val="000000"/>
      </a:effectRef>
      <a:fontRef idx="minor">
        <a:schemeClr val="dk1"/>
      </a:fontRef>
    </dgm:style>
  </dgm:styleLbl>
  <dgm:styleLbl name="node4">
    <dgm:scene3d>
      <a:camera prst="orthographicFront"/>
      <a:lightRig rig="flat" dir="t"/>
    </dgm:scene3d>
    <dgm:sp3d/>
    <dgm:txPr>
      <a:bodyPr/>
      <a:p>
        <a:pPr>
          <a:defRPr/>
        </a:pPr>
        <a:endParaRPr/>
      </a:p>
    </dgm:txPr>
    <dgm:style>
      <a:lnRef idx="0">
        <a:srgbClr val="000000"/>
      </a:lnRef>
      <a:fillRef idx="2">
        <a:srgbClr val="000000"/>
      </a:fillRef>
      <a:effectRef idx="1">
        <a:srgbClr val="000000"/>
      </a:effectRef>
      <a:fontRef idx="minor">
        <a:schemeClr val="dk1"/>
      </a:fontRef>
    </dgm:style>
  </dgm:styleLbl>
  <dgm:styleLbl name="fgImgPlace1">
    <dgm:scene3d>
      <a:camera prst="orthographicFront"/>
      <a:lightRig rig="threePt" dir="t"/>
    </dgm:scene3d>
    <dgm:sp3d/>
    <dgm:txPr>
      <a:bodyPr/>
      <a:p>
        <a:pPr>
          <a:defRPr/>
        </a:pPr>
        <a:endParaRPr/>
      </a:p>
    </dgm:txPr>
    <dgm:style>
      <a:lnRef idx="1">
        <a:srgbClr val="000000"/>
      </a:lnRef>
      <a:fillRef idx="1">
        <a:srgbClr val="000000"/>
      </a:fillRef>
      <a:effectRef idx="1">
        <a:srgbClr val="00000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>
      <a:bodyPr/>
      <a:p>
        <a:pPr>
          <a:defRPr/>
        </a:pPr>
        <a:endParaRPr/>
      </a:p>
    </dgm:txPr>
    <dgm:style>
      <a:lnRef idx="1">
        <a:srgbClr val="000000"/>
      </a:lnRef>
      <a:fillRef idx="1">
        <a:srgbClr val="000000"/>
      </a:fillRef>
      <a:effectRef idx="1">
        <a:srgbClr val="000000"/>
      </a:effectRef>
      <a:fontRef idx="minor"/>
    </dgm:style>
  </dgm:styleLbl>
  <dgm:styleLbl name="bgImgPlace1">
    <dgm:scene3d>
      <a:camera prst="orthographicFront"/>
      <a:lightRig rig="threePt" dir="t"/>
    </dgm:scene3d>
    <dgm:sp3d/>
    <dgm:txPr>
      <a:bodyPr/>
      <a:p>
        <a:pPr>
          <a:defRPr/>
        </a:pPr>
        <a:endParaRPr/>
      </a:p>
    </dgm:txPr>
    <dgm:style>
      <a:lnRef idx="1">
        <a:srgbClr val="000000"/>
      </a:lnRef>
      <a:fillRef idx="1">
        <a:srgbClr val="000000"/>
      </a:fillRef>
      <a:effectRef idx="1">
        <a:srgbClr val="000000"/>
      </a:effectRef>
      <a:fontRef idx="minor"/>
    </dgm:style>
  </dgm:styleLbl>
  <dgm:styleLbl name="sibTrans2D1">
    <dgm:scene3d>
      <a:camera prst="orthographicFront"/>
      <a:lightRig rig="threePt" dir="t"/>
    </dgm:scene3d>
    <dgm:sp3d/>
    <dgm:txPr>
      <a:bodyPr/>
      <a:p>
        <a:pPr>
          <a:defRPr/>
        </a:pPr>
        <a:endParaRPr/>
      </a:p>
    </dgm:txPr>
    <dgm:style>
      <a:lnRef idx="0">
        <a:srgbClr val="000000"/>
      </a:lnRef>
      <a:fillRef idx="2">
        <a:srgbClr val="000000"/>
      </a:fillRef>
      <a:effectRef idx="1">
        <a:srgbClr val="000000"/>
      </a:effectRef>
      <a:fontRef idx="minor">
        <a:schemeClr val="dk1"/>
      </a:fontRef>
    </dgm:style>
  </dgm:styleLbl>
  <dgm:styleLbl name="fgSibTrans2D1">
    <dgm:scene3d>
      <a:camera prst="orthographicFront"/>
      <a:lightRig rig="threePt" dir="t"/>
    </dgm:scene3d>
    <dgm:sp3d/>
    <dgm:txPr>
      <a:bodyPr/>
      <a:p>
        <a:pPr>
          <a:defRPr/>
        </a:pPr>
        <a:endParaRPr/>
      </a:p>
    </dgm:txPr>
    <dgm:style>
      <a:lnRef idx="0">
        <a:srgbClr val="000000"/>
      </a:lnRef>
      <a:fillRef idx="2">
        <a:srgbClr val="000000"/>
      </a:fillRef>
      <a:effectRef idx="1">
        <a:srgbClr val="000000"/>
      </a:effectRef>
      <a:fontRef idx="minor">
        <a:schemeClr val="dk1"/>
      </a:fontRef>
    </dgm:style>
  </dgm:styleLbl>
  <dgm:styleLbl name="bgSibTrans2D1">
    <dgm:scene3d>
      <a:camera prst="orthographicFront"/>
      <a:lightRig rig="threePt" dir="t"/>
    </dgm:scene3d>
    <dgm:sp3d/>
    <dgm:txPr>
      <a:bodyPr/>
      <a:p>
        <a:pPr>
          <a:defRPr/>
        </a:pPr>
        <a:endParaRPr/>
      </a:p>
    </dgm:txPr>
    <dgm:style>
      <a:lnRef idx="0">
        <a:srgbClr val="000000"/>
      </a:lnRef>
      <a:fillRef idx="2">
        <a:srgbClr val="000000"/>
      </a:fillRef>
      <a:effectRef idx="1">
        <a:srgbClr val="000000"/>
      </a:effectRef>
      <a:fontRef idx="minor">
        <a:schemeClr val="dk1"/>
      </a:fontRef>
    </dgm:style>
  </dgm:styleLbl>
  <dgm:styleLbl name="sibTrans1D1">
    <dgm:scene3d>
      <a:camera prst="orthographicFront"/>
      <a:lightRig rig="threePt" dir="t"/>
    </dgm:scene3d>
    <dgm:sp3d/>
    <dgm:txPr>
      <a:bodyPr/>
      <a:p>
        <a:pPr>
          <a:defRPr/>
        </a:pPr>
        <a:endParaRPr/>
      </a:p>
    </dgm:txPr>
    <dgm:style>
      <a:lnRef idx="1">
        <a:srgbClr val="000000"/>
      </a:lnRef>
      <a:fillRef idx="0">
        <a:srgbClr val="000000"/>
      </a:fillRef>
      <a:effectRef idx="0">
        <a:srgbClr val="000000"/>
      </a:effectRef>
      <a:fontRef idx="minor"/>
    </dgm:style>
  </dgm:styleLbl>
  <dgm:styleLbl name="callout">
    <dgm:scene3d>
      <a:camera prst="orthographicFront"/>
      <a:lightRig rig="threePt" dir="t"/>
    </dgm:scene3d>
    <dgm:sp3d/>
    <dgm:txPr>
      <a:bodyPr/>
      <a:p>
        <a:pPr>
          <a:defRPr/>
        </a:pPr>
        <a:endParaRPr/>
      </a:p>
    </dgm:txPr>
    <dgm:style>
      <a:lnRef idx="1">
        <a:srgbClr val="000000"/>
      </a:lnRef>
      <a:fillRef idx="2">
        <a:srgbClr val="000000"/>
      </a:fillRef>
      <a:effectRef idx="1">
        <a:srgbClr val="000000"/>
      </a:effectRef>
      <a:fontRef idx="minor"/>
    </dgm:style>
  </dgm:styleLbl>
  <dgm:styleLbl name="asst0">
    <dgm:scene3d>
      <a:camera prst="orthographicFront"/>
      <a:lightRig rig="flat" dir="t"/>
    </dgm:scene3d>
    <dgm:sp3d/>
    <dgm:txPr>
      <a:bodyPr/>
      <a:p>
        <a:pPr>
          <a:defRPr/>
        </a:pPr>
        <a:endParaRPr/>
      </a:p>
    </dgm:txPr>
    <dgm:style>
      <a:lnRef idx="0">
        <a:srgbClr val="000000"/>
      </a:lnRef>
      <a:fillRef idx="2">
        <a:srgbClr val="000000"/>
      </a:fillRef>
      <a:effectRef idx="1">
        <a:srgbClr val="000000"/>
      </a:effectRef>
      <a:fontRef idx="minor">
        <a:schemeClr val="dk1"/>
      </a:fontRef>
    </dgm:style>
  </dgm:styleLbl>
  <dgm:styleLbl name="asst1">
    <dgm:scene3d>
      <a:camera prst="orthographicFront"/>
      <a:lightRig rig="flat" dir="t"/>
    </dgm:scene3d>
    <dgm:sp3d/>
    <dgm:txPr>
      <a:bodyPr/>
      <a:p>
        <a:pPr>
          <a:defRPr/>
        </a:pPr>
        <a:endParaRPr/>
      </a:p>
    </dgm:txPr>
    <dgm:style>
      <a:lnRef idx="0">
        <a:srgbClr val="000000"/>
      </a:lnRef>
      <a:fillRef idx="2">
        <a:srgbClr val="000000"/>
      </a:fillRef>
      <a:effectRef idx="1">
        <a:srgbClr val="000000"/>
      </a:effectRef>
      <a:fontRef idx="minor">
        <a:schemeClr val="dk1"/>
      </a:fontRef>
    </dgm:style>
  </dgm:styleLbl>
  <dgm:styleLbl name="asst2">
    <dgm:scene3d>
      <a:camera prst="orthographicFront"/>
      <a:lightRig rig="flat" dir="t"/>
    </dgm:scene3d>
    <dgm:sp3d/>
    <dgm:txPr>
      <a:bodyPr/>
      <a:p>
        <a:pPr>
          <a:defRPr/>
        </a:pPr>
        <a:endParaRPr/>
      </a:p>
    </dgm:txPr>
    <dgm:style>
      <a:lnRef idx="0">
        <a:srgbClr val="000000"/>
      </a:lnRef>
      <a:fillRef idx="2">
        <a:srgbClr val="000000"/>
      </a:fillRef>
      <a:effectRef idx="1">
        <a:srgbClr val="000000"/>
      </a:effectRef>
      <a:fontRef idx="minor">
        <a:schemeClr val="dk1"/>
      </a:fontRef>
    </dgm:style>
  </dgm:styleLbl>
  <dgm:styleLbl name="asst3">
    <dgm:scene3d>
      <a:camera prst="orthographicFront"/>
      <a:lightRig rig="flat" dir="t"/>
    </dgm:scene3d>
    <dgm:sp3d/>
    <dgm:txPr>
      <a:bodyPr/>
      <a:p>
        <a:pPr>
          <a:defRPr/>
        </a:pPr>
        <a:endParaRPr/>
      </a:p>
    </dgm:txPr>
    <dgm:style>
      <a:lnRef idx="0">
        <a:srgbClr val="000000"/>
      </a:lnRef>
      <a:fillRef idx="2">
        <a:srgbClr val="000000"/>
      </a:fillRef>
      <a:effectRef idx="1">
        <a:srgbClr val="000000"/>
      </a:effectRef>
      <a:fontRef idx="minor">
        <a:schemeClr val="dk1"/>
      </a:fontRef>
    </dgm:style>
  </dgm:styleLbl>
  <dgm:styleLbl name="asst4">
    <dgm:scene3d>
      <a:camera prst="orthographicFront"/>
      <a:lightRig rig="flat" dir="t"/>
    </dgm:scene3d>
    <dgm:sp3d/>
    <dgm:txPr>
      <a:bodyPr/>
      <a:p>
        <a:pPr>
          <a:defRPr/>
        </a:pPr>
        <a:endParaRPr/>
      </a:p>
    </dgm:txPr>
    <dgm:style>
      <a:lnRef idx="0">
        <a:srgbClr val="000000"/>
      </a:lnRef>
      <a:fillRef idx="2">
        <a:srgbClr val="000000"/>
      </a:fillRef>
      <a:effectRef idx="1">
        <a:srgbClr val="000000"/>
      </a:effectRef>
      <a:fontRef idx="minor">
        <a:schemeClr val="dk1"/>
      </a:fontRef>
    </dgm:style>
  </dgm:styleLbl>
  <dgm:styleLbl name="parChTrans2D1">
    <dgm:scene3d>
      <a:camera prst="orthographicFront"/>
      <a:lightRig rig="threePt" dir="t"/>
    </dgm:scene3d>
    <dgm:sp3d/>
    <dgm:txPr>
      <a:bodyPr/>
      <a:p>
        <a:pPr>
          <a:defRPr/>
        </a:pPr>
        <a:endParaRPr/>
      </a:p>
    </dgm:txPr>
    <dgm:style>
      <a:lnRef idx="1">
        <a:srgbClr val="000000"/>
      </a:lnRef>
      <a:fillRef idx="2">
        <a:srgbClr val="000000"/>
      </a:fillRef>
      <a:effectRef idx="1">
        <a:srgbClr val="000000"/>
      </a:effectRef>
      <a:fontRef idx="minor">
        <a:schemeClr val="dk1"/>
      </a:fontRef>
    </dgm:style>
  </dgm:styleLbl>
  <dgm:styleLbl name="parChTrans2D2">
    <dgm:scene3d>
      <a:camera prst="orthographicFront"/>
      <a:lightRig rig="threePt" dir="t"/>
    </dgm:scene3d>
    <dgm:sp3d/>
    <dgm:txPr>
      <a:bodyPr/>
      <a:p>
        <a:pPr>
          <a:defRPr/>
        </a:pPr>
        <a:endParaRPr/>
      </a:p>
    </dgm:txPr>
    <dgm:style>
      <a:lnRef idx="1">
        <a:srgbClr val="000000"/>
      </a:lnRef>
      <a:fillRef idx="2">
        <a:srgbClr val="000000"/>
      </a:fillRef>
      <a:effectRef idx="1">
        <a:srgbClr val="000000"/>
      </a:effectRef>
      <a:fontRef idx="minor">
        <a:schemeClr val="dk1"/>
      </a:fontRef>
    </dgm:style>
  </dgm:styleLbl>
  <dgm:styleLbl name="parChTrans2D3">
    <dgm:scene3d>
      <a:camera prst="orthographicFront"/>
      <a:lightRig rig="threePt" dir="t"/>
    </dgm:scene3d>
    <dgm:sp3d/>
    <dgm:txPr>
      <a:bodyPr/>
      <a:p>
        <a:pPr>
          <a:defRPr/>
        </a:pPr>
        <a:endParaRPr/>
      </a:p>
    </dgm:txPr>
    <dgm:style>
      <a:lnRef idx="1">
        <a:srgbClr val="000000"/>
      </a:lnRef>
      <a:fillRef idx="2">
        <a:srgbClr val="000000"/>
      </a:fillRef>
      <a:effectRef idx="1">
        <a:srgbClr val="000000"/>
      </a:effectRef>
      <a:fontRef idx="minor">
        <a:schemeClr val="dk1"/>
      </a:fontRef>
    </dgm:style>
  </dgm:styleLbl>
  <dgm:styleLbl name="parChTrans2D4">
    <dgm:scene3d>
      <a:camera prst="orthographicFront"/>
      <a:lightRig rig="threePt" dir="t"/>
    </dgm:scene3d>
    <dgm:sp3d/>
    <dgm:txPr>
      <a:bodyPr/>
      <a:p>
        <a:pPr>
          <a:defRPr/>
        </a:pPr>
        <a:endParaRPr/>
      </a:p>
    </dgm:txPr>
    <dgm:style>
      <a:lnRef idx="1">
        <a:srgbClr val="000000"/>
      </a:lnRef>
      <a:fillRef idx="2">
        <a:srgbClr val="000000"/>
      </a:fillRef>
      <a:effectRef idx="1">
        <a:srgbClr val="000000"/>
      </a:effectRef>
      <a:fontRef idx="minor">
        <a:schemeClr val="dk1"/>
      </a:fontRef>
    </dgm:style>
  </dgm:styleLbl>
  <dgm:styleLbl name="parChTrans1D1">
    <dgm:scene3d>
      <a:camera prst="orthographicFront"/>
      <a:lightRig rig="threePt" dir="t"/>
    </dgm:scene3d>
    <dgm:sp3d/>
    <dgm:txPr>
      <a:bodyPr/>
      <a:p>
        <a:pPr>
          <a:defRPr/>
        </a:pPr>
        <a:endParaRPr/>
      </a:p>
    </dgm:txPr>
    <dgm:style>
      <a:lnRef idx="2">
        <a:srgbClr val="000000"/>
      </a:lnRef>
      <a:fillRef idx="0">
        <a:srgbClr val="000000"/>
      </a:fillRef>
      <a:effectRef idx="0">
        <a:srgbClr val="00000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>
      <a:bodyPr/>
      <a:p>
        <a:pPr>
          <a:defRPr/>
        </a:pPr>
        <a:endParaRPr/>
      </a:p>
    </dgm:txPr>
    <dgm:style>
      <a:lnRef idx="2">
        <a:srgbClr val="000000"/>
      </a:lnRef>
      <a:fillRef idx="0">
        <a:srgbClr val="000000"/>
      </a:fillRef>
      <a:effectRef idx="0">
        <a:srgbClr val="00000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>
      <a:bodyPr/>
      <a:p>
        <a:pPr>
          <a:defRPr/>
        </a:pPr>
        <a:endParaRPr/>
      </a:p>
    </dgm:txPr>
    <dgm:style>
      <a:lnRef idx="2">
        <a:srgbClr val="000000"/>
      </a:lnRef>
      <a:fillRef idx="0">
        <a:srgbClr val="000000"/>
      </a:fillRef>
      <a:effectRef idx="0">
        <a:srgbClr val="00000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>
      <a:bodyPr/>
      <a:p>
        <a:pPr>
          <a:defRPr/>
        </a:pPr>
        <a:endParaRPr/>
      </a:p>
    </dgm:txPr>
    <dgm:style>
      <a:lnRef idx="2">
        <a:srgbClr val="000000"/>
      </a:lnRef>
      <a:fillRef idx="0">
        <a:srgbClr val="000000"/>
      </a:fillRef>
      <a:effectRef idx="0">
        <a:srgbClr val="000000"/>
      </a:effectRef>
      <a:fontRef idx="minor"/>
    </dgm:style>
  </dgm:styleLbl>
  <dgm:styleLbl name="fgAcc1">
    <dgm:scene3d>
      <a:camera prst="orthographicFront"/>
      <a:lightRig rig="threePt" dir="t"/>
    </dgm:scene3d>
    <dgm:sp3d/>
    <dgm:txPr>
      <a:bodyPr/>
      <a:p>
        <a:pPr>
          <a:defRPr/>
        </a:pPr>
        <a:endParaRPr/>
      </a:p>
    </dgm:txPr>
    <dgm:style>
      <a:lnRef idx="1">
        <a:srgbClr val="000000"/>
      </a:lnRef>
      <a:fillRef idx="1">
        <a:srgbClr val="000000"/>
      </a:fillRef>
      <a:effectRef idx="0">
        <a:srgbClr val="000000"/>
      </a:effectRef>
      <a:fontRef idx="minor"/>
    </dgm:style>
  </dgm:styleLbl>
  <dgm:styleLbl name="conFgAcc1">
    <dgm:scene3d>
      <a:camera prst="orthographicFront"/>
      <a:lightRig rig="threePt" dir="t"/>
    </dgm:scene3d>
    <dgm:sp3d/>
    <dgm:txPr>
      <a:bodyPr/>
      <a:p>
        <a:pPr>
          <a:defRPr/>
        </a:pPr>
        <a:endParaRPr/>
      </a:p>
    </dgm:txPr>
    <dgm:style>
      <a:lnRef idx="1">
        <a:srgbClr val="000000"/>
      </a:lnRef>
      <a:fillRef idx="1">
        <a:srgbClr val="000000"/>
      </a:fillRef>
      <a:effectRef idx="0">
        <a:srgbClr val="000000"/>
      </a:effectRef>
      <a:fontRef idx="minor"/>
    </dgm:style>
  </dgm:styleLbl>
  <dgm:styleLbl name="alignAcc1">
    <dgm:scene3d>
      <a:camera prst="orthographicFront"/>
      <a:lightRig rig="threePt" dir="t"/>
    </dgm:scene3d>
    <dgm:sp3d/>
    <dgm:txPr>
      <a:bodyPr/>
      <a:p>
        <a:pPr>
          <a:defRPr/>
        </a:pPr>
        <a:endParaRPr/>
      </a:p>
    </dgm:txPr>
    <dgm:style>
      <a:lnRef idx="1">
        <a:srgbClr val="000000"/>
      </a:lnRef>
      <a:fillRef idx="1">
        <a:srgbClr val="000000"/>
      </a:fillRef>
      <a:effectRef idx="0">
        <a:srgbClr val="000000"/>
      </a:effectRef>
      <a:fontRef idx="minor"/>
    </dgm:style>
  </dgm:styleLbl>
  <dgm:styleLbl name="trAlignAcc1">
    <dgm:scene3d>
      <a:camera prst="orthographicFront"/>
      <a:lightRig rig="threePt" dir="t"/>
    </dgm:scene3d>
    <dgm:sp3d/>
    <dgm:txPr>
      <a:bodyPr/>
      <a:p>
        <a:pPr>
          <a:defRPr/>
        </a:pPr>
        <a:endParaRPr/>
      </a:p>
    </dgm:txPr>
    <dgm:style>
      <a:lnRef idx="1">
        <a:srgbClr val="000000"/>
      </a:lnRef>
      <a:fillRef idx="1">
        <a:srgbClr val="000000"/>
      </a:fillRef>
      <a:effectRef idx="0">
        <a:srgbClr val="000000"/>
      </a:effectRef>
      <a:fontRef idx="minor"/>
    </dgm:style>
  </dgm:styleLbl>
  <dgm:styleLbl name="bgAcc1">
    <dgm:scene3d>
      <a:camera prst="orthographicFront"/>
      <a:lightRig rig="threePt" dir="t"/>
    </dgm:scene3d>
    <dgm:sp3d/>
    <dgm:txPr>
      <a:bodyPr/>
      <a:p>
        <a:pPr>
          <a:defRPr/>
        </a:pPr>
        <a:endParaRPr/>
      </a:p>
    </dgm:txPr>
    <dgm:style>
      <a:lnRef idx="1">
        <a:srgbClr val="000000"/>
      </a:lnRef>
      <a:fillRef idx="1">
        <a:srgbClr val="000000"/>
      </a:fillRef>
      <a:effectRef idx="0">
        <a:srgbClr val="000000"/>
      </a:effectRef>
      <a:fontRef idx="minor"/>
    </dgm:style>
  </dgm:styleLbl>
  <dgm:styleLbl name="solidFgAcc1">
    <dgm:scene3d>
      <a:camera prst="orthographicFront"/>
      <a:lightRig rig="threePt" dir="t"/>
    </dgm:scene3d>
    <dgm:sp3d/>
    <dgm:txPr>
      <a:bodyPr/>
      <a:p>
        <a:pPr>
          <a:defRPr/>
        </a:pPr>
        <a:endParaRPr/>
      </a:p>
    </dgm:txPr>
    <dgm:style>
      <a:lnRef idx="1">
        <a:srgbClr val="000000"/>
      </a:lnRef>
      <a:fillRef idx="2">
        <a:srgbClr val="000000"/>
      </a:fillRef>
      <a:effectRef idx="0">
        <a:srgbClr val="00000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>
      <a:bodyPr/>
      <a:p>
        <a:pPr>
          <a:defRPr/>
        </a:pPr>
        <a:endParaRPr/>
      </a:p>
    </dgm:txPr>
    <dgm:style>
      <a:lnRef idx="1">
        <a:srgbClr val="000000"/>
      </a:lnRef>
      <a:fillRef idx="1">
        <a:srgbClr val="000000"/>
      </a:fillRef>
      <a:effectRef idx="0">
        <a:srgbClr val="000000"/>
      </a:effectRef>
      <a:fontRef idx="minor"/>
    </dgm:style>
  </dgm:styleLbl>
  <dgm:styleLbl name="solidBgAcc1">
    <dgm:scene3d>
      <a:camera prst="orthographicFront"/>
      <a:lightRig rig="threePt" dir="t"/>
    </dgm:scene3d>
    <dgm:sp3d/>
    <dgm:txPr>
      <a:bodyPr/>
      <a:p>
        <a:pPr>
          <a:defRPr/>
        </a:pPr>
        <a:endParaRPr/>
      </a:p>
    </dgm:txPr>
    <dgm:style>
      <a:lnRef idx="1">
        <a:srgbClr val="000000"/>
      </a:lnRef>
      <a:fillRef idx="1">
        <a:srgbClr val="000000"/>
      </a:fillRef>
      <a:effectRef idx="0">
        <a:srgbClr val="00000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>
      <a:bodyPr/>
      <a:p>
        <a:pPr>
          <a:defRPr/>
        </a:pPr>
        <a:endParaRPr/>
      </a:p>
    </dgm:txPr>
    <dgm:style>
      <a:lnRef idx="1">
        <a:srgbClr val="000000"/>
      </a:lnRef>
      <a:fillRef idx="1">
        <a:srgbClr val="000000"/>
      </a:fillRef>
      <a:effectRef idx="0">
        <a:srgbClr val="00000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>
      <a:bodyPr/>
      <a:p>
        <a:pPr>
          <a:defRPr/>
        </a:pPr>
        <a:endParaRPr/>
      </a:p>
    </dgm:txPr>
    <dgm:style>
      <a:lnRef idx="1">
        <a:srgbClr val="000000"/>
      </a:lnRef>
      <a:fillRef idx="1">
        <a:srgbClr val="000000"/>
      </a:fillRef>
      <a:effectRef idx="0">
        <a:srgbClr val="00000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>
      <a:bodyPr/>
      <a:p>
        <a:pPr>
          <a:defRPr/>
        </a:pPr>
        <a:endParaRPr/>
      </a:p>
    </dgm:txPr>
    <dgm:style>
      <a:lnRef idx="1">
        <a:srgbClr val="000000"/>
      </a:lnRef>
      <a:fillRef idx="1">
        <a:srgbClr val="000000"/>
      </a:fillRef>
      <a:effectRef idx="0">
        <a:srgbClr val="000000"/>
      </a:effectRef>
      <a:fontRef idx="minor"/>
    </dgm:style>
  </dgm:styleLbl>
  <dgm:styleLbl name="fgAcc0">
    <dgm:scene3d>
      <a:camera prst="orthographicFront"/>
      <a:lightRig rig="threePt" dir="t"/>
    </dgm:scene3d>
    <dgm:sp3d/>
    <dgm:txPr>
      <a:bodyPr/>
      <a:p>
        <a:pPr>
          <a:defRPr/>
        </a:pPr>
        <a:endParaRPr/>
      </a:p>
    </dgm:txPr>
    <dgm:style>
      <a:lnRef idx="1">
        <a:srgbClr val="000000"/>
      </a:lnRef>
      <a:fillRef idx="1">
        <a:srgbClr val="000000"/>
      </a:fillRef>
      <a:effectRef idx="0">
        <a:srgbClr val="000000"/>
      </a:effectRef>
      <a:fontRef idx="minor"/>
    </dgm:style>
  </dgm:styleLbl>
  <dgm:styleLbl name="fgAcc2">
    <dgm:scene3d>
      <a:camera prst="orthographicFront"/>
      <a:lightRig rig="threePt" dir="t"/>
    </dgm:scene3d>
    <dgm:sp3d/>
    <dgm:txPr>
      <a:bodyPr/>
      <a:p>
        <a:pPr>
          <a:defRPr/>
        </a:pPr>
        <a:endParaRPr/>
      </a:p>
    </dgm:txPr>
    <dgm:style>
      <a:lnRef idx="1">
        <a:srgbClr val="000000"/>
      </a:lnRef>
      <a:fillRef idx="1">
        <a:srgbClr val="000000"/>
      </a:fillRef>
      <a:effectRef idx="0">
        <a:srgbClr val="000000"/>
      </a:effectRef>
      <a:fontRef idx="minor"/>
    </dgm:style>
  </dgm:styleLbl>
  <dgm:styleLbl name="fgAcc3">
    <dgm:scene3d>
      <a:camera prst="orthographicFront"/>
      <a:lightRig rig="threePt" dir="t"/>
    </dgm:scene3d>
    <dgm:sp3d/>
    <dgm:txPr>
      <a:bodyPr/>
      <a:p>
        <a:pPr>
          <a:defRPr/>
        </a:pPr>
        <a:endParaRPr/>
      </a:p>
    </dgm:txPr>
    <dgm:style>
      <a:lnRef idx="1">
        <a:srgbClr val="000000"/>
      </a:lnRef>
      <a:fillRef idx="1">
        <a:srgbClr val="000000"/>
      </a:fillRef>
      <a:effectRef idx="0">
        <a:srgbClr val="000000"/>
      </a:effectRef>
      <a:fontRef idx="minor"/>
    </dgm:style>
  </dgm:styleLbl>
  <dgm:styleLbl name="fgAcc4">
    <dgm:scene3d>
      <a:camera prst="orthographicFront"/>
      <a:lightRig rig="threePt" dir="t"/>
    </dgm:scene3d>
    <dgm:sp3d/>
    <dgm:txPr>
      <a:bodyPr/>
      <a:p>
        <a:pPr>
          <a:defRPr/>
        </a:pPr>
        <a:endParaRPr/>
      </a:p>
    </dgm:txPr>
    <dgm:style>
      <a:lnRef idx="1">
        <a:srgbClr val="000000"/>
      </a:lnRef>
      <a:fillRef idx="1">
        <a:srgbClr val="000000"/>
      </a:fillRef>
      <a:effectRef idx="0">
        <a:srgbClr val="000000"/>
      </a:effectRef>
      <a:fontRef idx="minor"/>
    </dgm:style>
  </dgm:styleLbl>
  <dgm:styleLbl name="bgShp">
    <dgm:scene3d>
      <a:camera prst="orthographicFront"/>
      <a:lightRig rig="threePt" dir="t"/>
    </dgm:scene3d>
    <dgm:sp3d/>
    <dgm:txPr>
      <a:bodyPr/>
      <a:p>
        <a:pPr>
          <a:defRPr/>
        </a:pPr>
        <a:endParaRPr/>
      </a:p>
    </dgm:txPr>
    <dgm:style>
      <a:lnRef idx="0">
        <a:srgbClr val="000000"/>
      </a:lnRef>
      <a:fillRef idx="1">
        <a:srgbClr val="000000"/>
      </a:fillRef>
      <a:effectRef idx="1">
        <a:srgbClr val="000000"/>
      </a:effectRef>
      <a:fontRef idx="minor"/>
    </dgm:style>
  </dgm:styleLbl>
  <dgm:styleLbl name="dkBgShp">
    <dgm:scene3d>
      <a:camera prst="orthographicFront"/>
      <a:lightRig rig="threePt" dir="t"/>
    </dgm:scene3d>
    <dgm:sp3d/>
    <dgm:txPr>
      <a:bodyPr/>
      <a:p>
        <a:pPr>
          <a:defRPr/>
        </a:pPr>
        <a:endParaRPr/>
      </a:p>
    </dgm:txPr>
    <dgm:style>
      <a:lnRef idx="0">
        <a:srgbClr val="000000"/>
      </a:lnRef>
      <a:fillRef idx="1">
        <a:srgbClr val="000000"/>
      </a:fillRef>
      <a:effectRef idx="1">
        <a:srgbClr val="000000"/>
      </a:effectRef>
      <a:fontRef idx="minor"/>
    </dgm:style>
  </dgm:styleLbl>
  <dgm:styleLbl name="trBgShp">
    <dgm:scene3d>
      <a:camera prst="orthographicFront"/>
      <a:lightRig rig="threePt" dir="t"/>
    </dgm:scene3d>
    <dgm:sp3d/>
    <dgm:txPr>
      <a:bodyPr/>
      <a:p>
        <a:pPr>
          <a:defRPr/>
        </a:pPr>
        <a:endParaRPr/>
      </a:p>
    </dgm:txPr>
    <dgm:style>
      <a:lnRef idx="0">
        <a:srgbClr val="000000"/>
      </a:lnRef>
      <a:fillRef idx="1">
        <a:srgbClr val="000000"/>
      </a:fillRef>
      <a:effectRef idx="0">
        <a:srgbClr val="000000"/>
      </a:effectRef>
      <a:fontRef idx="minor"/>
    </dgm:style>
  </dgm:styleLbl>
  <dgm:styleLbl name="fgShp">
    <dgm:scene3d>
      <a:camera prst="orthographicFront"/>
      <a:lightRig rig="flat" dir="t"/>
    </dgm:scene3d>
    <dgm:sp3d/>
    <dgm:txPr>
      <a:bodyPr/>
      <a:p>
        <a:pPr>
          <a:defRPr/>
        </a:pPr>
        <a:endParaRPr/>
      </a:p>
    </dgm:txPr>
    <dgm:style>
      <a:lnRef idx="1">
        <a:srgbClr val="000000"/>
      </a:lnRef>
      <a:fillRef idx="2">
        <a:srgbClr val="000000"/>
      </a:fillRef>
      <a:effectRef idx="1">
        <a:srgbClr val="000000"/>
      </a:effectRef>
      <a:fontRef idx="minor"/>
    </dgm:style>
  </dgm:styleLbl>
  <dgm:styleLbl name="revTx">
    <dgm:scene3d>
      <a:camera prst="orthographicFront"/>
      <a:lightRig rig="threePt" dir="t"/>
    </dgm:scene3d>
    <dgm:sp3d/>
    <dgm:txPr>
      <a:bodyPr/>
      <a:p>
        <a:pPr>
          <a:defRPr/>
        </a:pPr>
        <a:endParaRPr/>
      </a:p>
    </dgm:txPr>
    <dgm:style>
      <a:lnRef idx="0">
        <a:srgbClr val="000000"/>
      </a:lnRef>
      <a:fillRef idx="0">
        <a:srgbClr val="000000"/>
      </a:fillRef>
      <a:effectRef idx="0">
        <a:srgbClr val="000000"/>
      </a:effectRef>
      <a:fontRef idx="minor"/>
    </dgm:style>
  </dgm:styleLbl>
</dgm:styleDef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4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chart" Target="../charts/chart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5.png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diagramData" Target="../diagrams/data1.xml"/><Relationship Id="rId3" Type="http://schemas.microsoft.com/office/2007/relationships/diagramDrawing" Target="../diagrams/drawing1.xml"/><Relationship Id="rId4" Type="http://schemas.openxmlformats.org/officeDocument/2006/relationships/diagramColors" Target="../diagrams/colors1.xml"/><Relationship Id="rId5" Type="http://schemas.openxmlformats.org/officeDocument/2006/relationships/diagramLayout" Target="../diagrams/layout1.xml"/><Relationship Id="rId6" Type="http://schemas.openxmlformats.org/officeDocument/2006/relationships/diagramQuickStyle" Target="../diagrams/quickStyle1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6.png"/><Relationship Id="rId3" Type="http://schemas.openxmlformats.org/officeDocument/2006/relationships/image" Target="../media/image7.png"/><Relationship Id="rId4" Type="http://schemas.openxmlformats.org/officeDocument/2006/relationships/image" Target="../media/image8.png"/><Relationship Id="rId5" Type="http://schemas.openxmlformats.org/officeDocument/2006/relationships/image" Target="../media/image9.jpg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userDrawn="1">
  <p:cSld name="Объект с подписью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" name="Объект 2"/>
          <p:cNvSpPr>
            <a:spLocks noGrp="1"/>
          </p:cNvSpPr>
          <p:nvPr>
            <p:ph idx="1"/>
          </p:nvPr>
        </p:nvSpPr>
        <p:spPr bwMode="auto">
          <a:xfrm>
            <a:off x="378230" y="1263535"/>
            <a:ext cx="11414760" cy="4339243"/>
          </a:xfrm>
          <a:prstGeom prst="rect">
            <a:avLst/>
          </a:prstGeom>
        </p:spPr>
        <p:txBody>
          <a:bodyPr/>
          <a:lstStyle>
            <a:lvl1pPr>
              <a:buNone/>
              <a:defRPr sz="2400"/>
            </a:lvl1pPr>
            <a:lvl2pPr>
              <a:buNone/>
              <a:defRPr sz="1800"/>
            </a:lvl2pPr>
            <a:lvl3pPr>
              <a:buNone/>
              <a:defRPr sz="1600"/>
            </a:lvl3pPr>
            <a:lvl4pPr>
              <a:buNone/>
              <a:defRPr sz="1600"/>
            </a:lvl4pPr>
            <a:lvl5pPr>
              <a:buNone/>
              <a:defRPr sz="16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78FBA86F-3969-424E-BF66-1900EAFA6A8E}" type="datetimeFigureOut">
              <a:rPr lang="ru-RU"/>
              <a:t/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 bwMode="auto"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A59E9C92-888A-4702-9F01-76222400F383}" type="slidenum">
              <a:rPr lang="ru-RU"/>
              <a:t/>
            </a:fld>
            <a:endParaRPr lang="ru-RU"/>
          </a:p>
        </p:txBody>
      </p:sp>
      <p:sp>
        <p:nvSpPr>
          <p:cNvPr id="10" name="Заголовок 6"/>
          <p:cNvSpPr>
            <a:spLocks noGrp="1"/>
          </p:cNvSpPr>
          <p:nvPr>
            <p:ph type="title" hasCustomPrompt="1"/>
          </p:nvPr>
        </p:nvSpPr>
        <p:spPr bwMode="auto">
          <a:xfrm>
            <a:off x="2123902" y="136526"/>
            <a:ext cx="9229898" cy="365126"/>
          </a:xfrm>
          <a:prstGeom prst="rect">
            <a:avLst/>
          </a:prstGeom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ru-RU"/>
              <a:t>Тема слайда</a:t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userDrawn="1">
  <p:cSld name="Сравнение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" name="Объект 3"/>
          <p:cNvSpPr>
            <a:spLocks noGrp="1"/>
          </p:cNvSpPr>
          <p:nvPr>
            <p:ph sz="half" idx="2" hasCustomPrompt="1"/>
          </p:nvPr>
        </p:nvSpPr>
        <p:spPr bwMode="auto">
          <a:xfrm>
            <a:off x="839788" y="1269076"/>
            <a:ext cx="5157787" cy="4405197"/>
          </a:xfrm>
          <a:prstGeom prst="rect">
            <a:avLst/>
          </a:prstGeom>
        </p:spPr>
        <p:txBody>
          <a:bodyPr/>
          <a:lstStyle>
            <a:lvl1pPr>
              <a:buNone/>
              <a:defRPr sz="1800"/>
            </a:lvl1pPr>
          </a:lstStyle>
          <a:p>
            <a:pPr lvl="0">
              <a:defRPr/>
            </a:pPr>
            <a:r>
              <a:rPr lang="ru-RU"/>
              <a:t>Текст </a:t>
            </a:r>
            <a:r>
              <a:rPr lang="ru-RU"/>
              <a:t>текст</a:t>
            </a:r>
            <a:r>
              <a:rPr lang="ru-RU"/>
              <a:t> </a:t>
            </a:r>
            <a:endParaRPr/>
          </a:p>
        </p:txBody>
      </p:sp>
      <p:sp>
        <p:nvSpPr>
          <p:cNvPr id="6" name="Объект 5"/>
          <p:cNvSpPr>
            <a:spLocks noGrp="1"/>
          </p:cNvSpPr>
          <p:nvPr>
            <p:ph sz="quarter" idx="4" hasCustomPrompt="1"/>
          </p:nvPr>
        </p:nvSpPr>
        <p:spPr bwMode="auto">
          <a:xfrm>
            <a:off x="6172200" y="1269076"/>
            <a:ext cx="5183188" cy="4405197"/>
          </a:xfrm>
          <a:prstGeom prst="rect">
            <a:avLst/>
          </a:prstGeom>
        </p:spPr>
        <p:txBody>
          <a:bodyPr/>
          <a:lstStyle>
            <a:lvl1pPr>
              <a:buNone/>
              <a:defRPr sz="1800"/>
            </a:lvl1pPr>
            <a:lvl2pPr>
              <a:buNone/>
              <a:defRPr/>
            </a:lvl2pPr>
            <a:lvl3pPr>
              <a:buNone/>
              <a:defRPr/>
            </a:lvl3pPr>
          </a:lstStyle>
          <a:p>
            <a:pPr lvl="0">
              <a:defRPr/>
            </a:pPr>
            <a:r>
              <a:rPr lang="ru-RU"/>
              <a:t>Текст </a:t>
            </a:r>
            <a:r>
              <a:rPr lang="ru-RU"/>
              <a:t>текст</a:t>
            </a:r>
            <a:r>
              <a:rPr lang="ru-RU"/>
              <a:t> </a:t>
            </a:r>
            <a:endParaRPr/>
          </a:p>
        </p:txBody>
      </p:sp>
      <p:sp>
        <p:nvSpPr>
          <p:cNvPr id="7" name="Дата 6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78FBA86F-3969-424E-BF66-1900EAFA6A8E}" type="datetimeFigureOut">
              <a:rPr lang="ru-RU"/>
              <a:t/>
            </a:fld>
            <a:endParaRPr lang="ru-RU"/>
          </a:p>
        </p:txBody>
      </p:sp>
      <p:sp>
        <p:nvSpPr>
          <p:cNvPr id="9" name="Номер слайда 8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A59E9C92-888A-4702-9F01-76222400F383}" type="slidenum">
              <a:rPr lang="ru-RU"/>
              <a:t/>
            </a:fld>
            <a:endParaRPr lang="ru-RU"/>
          </a:p>
        </p:txBody>
      </p:sp>
      <p:sp>
        <p:nvSpPr>
          <p:cNvPr id="8" name="Заголовок 6"/>
          <p:cNvSpPr>
            <a:spLocks noGrp="1"/>
          </p:cNvSpPr>
          <p:nvPr>
            <p:ph type="title" hasCustomPrompt="1"/>
          </p:nvPr>
        </p:nvSpPr>
        <p:spPr bwMode="auto">
          <a:xfrm>
            <a:off x="2123902" y="136526"/>
            <a:ext cx="9229898" cy="365126"/>
          </a:xfrm>
          <a:prstGeom prst="rect">
            <a:avLst/>
          </a:prstGeom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ru-RU"/>
              <a:t>Тема слайда</a:t>
            </a:r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userDrawn="1">
  <p:cSld name="1_Сравнение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" name="Объект 3"/>
          <p:cNvSpPr>
            <a:spLocks noGrp="1"/>
          </p:cNvSpPr>
          <p:nvPr>
            <p:ph sz="half" idx="2" hasCustomPrompt="1"/>
          </p:nvPr>
        </p:nvSpPr>
        <p:spPr bwMode="auto">
          <a:xfrm>
            <a:off x="378230" y="1269076"/>
            <a:ext cx="3550918" cy="4405197"/>
          </a:xfrm>
          <a:prstGeom prst="rect">
            <a:avLst/>
          </a:prstGeom>
        </p:spPr>
        <p:txBody>
          <a:bodyPr/>
          <a:lstStyle>
            <a:lvl1pPr>
              <a:buNone/>
              <a:defRPr/>
            </a:lvl1pPr>
            <a:lvl2pPr marL="449263" indent="-449263">
              <a:buNone/>
              <a:defRPr/>
            </a:lvl2pPr>
            <a:lvl3pPr marL="266700" indent="-88900">
              <a:buNone/>
              <a:defRPr/>
            </a:lvl3pPr>
          </a:lstStyle>
          <a:p>
            <a:pPr lvl="1">
              <a:defRPr/>
            </a:pPr>
            <a:r>
              <a:rPr lang="ru-RU"/>
              <a:t>Текст </a:t>
            </a:r>
            <a:r>
              <a:rPr lang="ru-RU"/>
              <a:t>текст</a:t>
            </a:r>
            <a:r>
              <a:rPr lang="ru-RU"/>
              <a:t> </a:t>
            </a:r>
            <a:r>
              <a:rPr lang="ru-RU"/>
              <a:t>текст</a:t>
            </a:r>
            <a:r>
              <a:rPr lang="ru-RU"/>
              <a:t> </a:t>
            </a:r>
            <a:endParaRPr/>
          </a:p>
        </p:txBody>
      </p:sp>
      <p:sp>
        <p:nvSpPr>
          <p:cNvPr id="7" name="Дата 6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78FBA86F-3969-424E-BF66-1900EAFA6A8E}" type="datetimeFigureOut">
              <a:rPr lang="ru-RU"/>
              <a:t/>
            </a:fld>
            <a:endParaRPr lang="ru-RU"/>
          </a:p>
        </p:txBody>
      </p:sp>
      <p:sp>
        <p:nvSpPr>
          <p:cNvPr id="9" name="Номер слайда 8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A59E9C92-888A-4702-9F01-76222400F383}" type="slidenum">
              <a:rPr lang="ru-RU"/>
              <a:t/>
            </a:fld>
            <a:endParaRPr lang="ru-RU"/>
          </a:p>
        </p:txBody>
      </p:sp>
      <p:sp>
        <p:nvSpPr>
          <p:cNvPr id="5" name="Объект 3"/>
          <p:cNvSpPr>
            <a:spLocks noGrp="1"/>
          </p:cNvSpPr>
          <p:nvPr>
            <p:ph sz="half" idx="13" hasCustomPrompt="1"/>
          </p:nvPr>
        </p:nvSpPr>
        <p:spPr bwMode="auto">
          <a:xfrm>
            <a:off x="4320540" y="1269076"/>
            <a:ext cx="3550918" cy="4405197"/>
          </a:xfrm>
          <a:prstGeom prst="rect">
            <a:avLst/>
          </a:prstGeom>
        </p:spPr>
        <p:txBody>
          <a:bodyPr/>
          <a:lstStyle>
            <a:lvl1pPr>
              <a:buNone/>
              <a:defRPr/>
            </a:lvl1pPr>
            <a:lvl2pPr marL="449263" indent="-449263">
              <a:buNone/>
              <a:defRPr/>
            </a:lvl2pPr>
            <a:lvl3pPr marL="266700" indent="-88900">
              <a:buNone/>
              <a:defRPr/>
            </a:lvl3pPr>
          </a:lstStyle>
          <a:p>
            <a:pPr lvl="1">
              <a:defRPr/>
            </a:pPr>
            <a:r>
              <a:rPr lang="ru-RU"/>
              <a:t>Текст </a:t>
            </a:r>
            <a:r>
              <a:rPr lang="ru-RU"/>
              <a:t>текст</a:t>
            </a:r>
            <a:r>
              <a:rPr lang="ru-RU"/>
              <a:t> </a:t>
            </a:r>
            <a:r>
              <a:rPr lang="ru-RU"/>
              <a:t>текст</a:t>
            </a:r>
            <a:r>
              <a:rPr lang="ru-RU"/>
              <a:t> </a:t>
            </a:r>
            <a:endParaRPr/>
          </a:p>
        </p:txBody>
      </p:sp>
      <p:sp>
        <p:nvSpPr>
          <p:cNvPr id="8" name="Объект 3"/>
          <p:cNvSpPr>
            <a:spLocks noGrp="1"/>
          </p:cNvSpPr>
          <p:nvPr>
            <p:ph sz="half" idx="14" hasCustomPrompt="1"/>
          </p:nvPr>
        </p:nvSpPr>
        <p:spPr bwMode="auto">
          <a:xfrm>
            <a:off x="8262850" y="1269076"/>
            <a:ext cx="3550918" cy="4405197"/>
          </a:xfrm>
          <a:prstGeom prst="rect">
            <a:avLst/>
          </a:prstGeom>
        </p:spPr>
        <p:txBody>
          <a:bodyPr/>
          <a:lstStyle>
            <a:lvl1pPr>
              <a:buNone/>
              <a:defRPr/>
            </a:lvl1pPr>
            <a:lvl2pPr marL="449263" indent="-449263">
              <a:buNone/>
              <a:defRPr/>
            </a:lvl2pPr>
            <a:lvl3pPr marL="266700" indent="-88900">
              <a:buNone/>
              <a:defRPr/>
            </a:lvl3pPr>
          </a:lstStyle>
          <a:p>
            <a:pPr lvl="1">
              <a:defRPr/>
            </a:pPr>
            <a:r>
              <a:rPr lang="ru-RU"/>
              <a:t>Текст </a:t>
            </a:r>
            <a:r>
              <a:rPr lang="ru-RU"/>
              <a:t>текст</a:t>
            </a:r>
            <a:r>
              <a:rPr lang="ru-RU"/>
              <a:t> </a:t>
            </a:r>
            <a:r>
              <a:rPr lang="ru-RU"/>
              <a:t>текст</a:t>
            </a:r>
            <a:r>
              <a:rPr lang="ru-RU"/>
              <a:t> </a:t>
            </a:r>
            <a:endParaRPr/>
          </a:p>
        </p:txBody>
      </p:sp>
      <p:sp>
        <p:nvSpPr>
          <p:cNvPr id="10" name="Заголовок 6"/>
          <p:cNvSpPr>
            <a:spLocks noGrp="1"/>
          </p:cNvSpPr>
          <p:nvPr>
            <p:ph type="title" hasCustomPrompt="1"/>
          </p:nvPr>
        </p:nvSpPr>
        <p:spPr bwMode="auto">
          <a:xfrm>
            <a:off x="2123902" y="136526"/>
            <a:ext cx="9229898" cy="365126"/>
          </a:xfrm>
          <a:prstGeom prst="rect">
            <a:avLst/>
          </a:prstGeom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ru-RU"/>
              <a:t>Тема слайда</a:t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userDrawn="1">
  <p:cSld name="Титульный слайд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" name="Подзаголовок 2"/>
          <p:cNvSpPr>
            <a:spLocks noGrp="1"/>
          </p:cNvSpPr>
          <p:nvPr>
            <p:ph type="subTitle" idx="1"/>
          </p:nvPr>
        </p:nvSpPr>
        <p:spPr bwMode="auto">
          <a:xfrm>
            <a:off x="1524000" y="3602038"/>
            <a:ext cx="9144000" cy="1655762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>
              <a:defRPr/>
            </a:pPr>
            <a:r>
              <a:rPr lang="ru-RU"/>
              <a:t>Образец подзаголовка</a:t>
            </a:r>
            <a:endParaRPr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78FBA86F-3969-424E-BF66-1900EAFA6A8E}" type="datetimeFigureOut">
              <a:rPr lang="ru-RU"/>
              <a:t/>
            </a:fld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A59E9C92-888A-4702-9F01-76222400F383}" type="slidenum">
              <a:rPr lang="ru-RU"/>
              <a:t/>
            </a:fld>
            <a:endParaRPr lang="ru-RU"/>
          </a:p>
        </p:txBody>
      </p:sp>
      <p:sp>
        <p:nvSpPr>
          <p:cNvPr id="7" name="Заголовок 6"/>
          <p:cNvSpPr>
            <a:spLocks noGrp="1"/>
          </p:cNvSpPr>
          <p:nvPr>
            <p:ph type="title" hasCustomPrompt="1"/>
          </p:nvPr>
        </p:nvSpPr>
        <p:spPr bwMode="auto">
          <a:xfrm>
            <a:off x="2123902" y="136526"/>
            <a:ext cx="9229898" cy="365126"/>
          </a:xfrm>
          <a:prstGeom prst="rect">
            <a:avLst/>
          </a:prstGeom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ru-RU"/>
              <a:t>Тема слайда</a:t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userDrawn="1">
  <p:cSld name="Заголовок и объект">
    <p:bg>
      <p:bgPr shadeToTitle="0">
        <a:blipFill>
          <a:blip r:embed="rId2">
            <a:lum/>
          </a:blip>
          <a:stretch/>
        </a:blip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" name="Объект 2"/>
          <p:cNvSpPr>
            <a:spLocks noGrp="1"/>
          </p:cNvSpPr>
          <p:nvPr>
            <p:ph idx="1"/>
          </p:nvPr>
        </p:nvSpPr>
        <p:spPr bwMode="auto">
          <a:xfrm>
            <a:off x="838200" y="1332403"/>
            <a:ext cx="10300855" cy="4351338"/>
          </a:xfrm>
          <a:prstGeom prst="rect">
            <a:avLst/>
          </a:prstGeom>
        </p:spPr>
        <p:txBody>
          <a:bodyPr/>
          <a:lstStyle>
            <a:lvl1pPr>
              <a:buNone/>
              <a:defRPr/>
            </a:lvl1pPr>
          </a:lstStyle>
          <a:p>
            <a:pPr lvl="0">
              <a:defRPr/>
            </a:pP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78FBA86F-3969-424E-BF66-1900EAFA6A8E}" type="datetimeFigureOut">
              <a:rPr lang="ru-RU"/>
              <a:t/>
            </a:fld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A59E9C92-888A-4702-9F01-76222400F383}" type="slidenum">
              <a:rPr lang="ru-RU"/>
              <a:t/>
            </a:fld>
            <a:endParaRPr lang="ru-RU"/>
          </a:p>
        </p:txBody>
      </p:sp>
      <p:sp>
        <p:nvSpPr>
          <p:cNvPr id="5" name="Заголовок 6"/>
          <p:cNvSpPr>
            <a:spLocks noGrp="1"/>
          </p:cNvSpPr>
          <p:nvPr>
            <p:ph type="title" hasCustomPrompt="1"/>
          </p:nvPr>
        </p:nvSpPr>
        <p:spPr bwMode="auto">
          <a:xfrm>
            <a:off x="2123902" y="136526"/>
            <a:ext cx="9229898" cy="365126"/>
          </a:xfrm>
          <a:prstGeom prst="rect">
            <a:avLst/>
          </a:prstGeom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ru-RU"/>
              <a:t>Тема слайда</a:t>
            </a:r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userDrawn="1">
  <p:cSld name="Пустой слайд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Дата 1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78FBA86F-3969-424E-BF66-1900EAFA6A8E}" type="datetimeFigureOut">
              <a:rPr lang="ru-RU"/>
              <a:t/>
            </a:fld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A59E9C92-888A-4702-9F01-76222400F383}" type="slidenum">
              <a:rPr lang="ru-RU"/>
              <a:t/>
            </a:fld>
            <a:endParaRPr lang="ru-RU"/>
          </a:p>
        </p:txBody>
      </p:sp>
      <p:graphicFrame>
        <p:nvGraphicFramePr>
          <p:cNvPr id="8" name="Диаграмма 7"/>
          <p:cNvGraphicFramePr>
            <a:graphicFrameLocks xmlns:a="http://schemas.openxmlformats.org/drawingml/2006/main"/>
          </p:cNvGraphicFramePr>
          <p:nvPr userDrawn="1"/>
        </p:nvGraphicFramePr>
        <p:xfrm>
          <a:off x="346231" y="2710831"/>
          <a:ext cx="11488504" cy="2872673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3" name="Заголовок 6"/>
          <p:cNvSpPr>
            <a:spLocks noGrp="1"/>
          </p:cNvSpPr>
          <p:nvPr>
            <p:ph type="title" hasCustomPrompt="1"/>
          </p:nvPr>
        </p:nvSpPr>
        <p:spPr bwMode="auto">
          <a:xfrm>
            <a:off x="2123902" y="136526"/>
            <a:ext cx="9229898" cy="365126"/>
          </a:xfrm>
          <a:prstGeom prst="rect">
            <a:avLst/>
          </a:prstGeom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ru-RU"/>
              <a:t>Тема слайда</a:t>
            </a:r>
            <a:endParaRPr/>
          </a:p>
        </p:txBody>
      </p:sp>
      <p:sp>
        <p:nvSpPr>
          <p:cNvPr id="6" name="Текст 5"/>
          <p:cNvSpPr>
            <a:spLocks noGrp="1"/>
          </p:cNvSpPr>
          <p:nvPr>
            <p:ph type="body" sz="quarter" idx="13" hasCustomPrompt="1"/>
          </p:nvPr>
        </p:nvSpPr>
        <p:spPr bwMode="auto">
          <a:xfrm>
            <a:off x="357188" y="1130300"/>
            <a:ext cx="11477626" cy="1580531"/>
          </a:xfrm>
        </p:spPr>
        <p:txBody>
          <a:bodyPr/>
          <a:lstStyle>
            <a:lvl2pPr marL="508000" indent="-419100">
              <a:buNone/>
              <a:defRPr/>
            </a:lvl2pPr>
          </a:lstStyle>
          <a:p>
            <a:pPr lvl="1">
              <a:defRPr/>
            </a:pPr>
            <a:r>
              <a:rPr lang="ru-RU"/>
              <a:t>Текст </a:t>
            </a:r>
            <a:r>
              <a:rPr lang="ru-RU"/>
              <a:t>текст</a:t>
            </a:r>
            <a:r>
              <a:rPr lang="ru-RU"/>
              <a:t> </a:t>
            </a:r>
            <a:r>
              <a:rPr lang="ru-RU"/>
              <a:t>текст</a:t>
            </a:r>
            <a:r>
              <a:rPr lang="ru-RU"/>
              <a:t> </a:t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type="picTx" userDrawn="1">
  <p:cSld name="Рисунок с подписью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 bwMode="auto">
          <a:xfrm>
            <a:off x="839788" y="987424"/>
            <a:ext cx="3932237" cy="1069975"/>
          </a:xfrm>
          <a:prstGeom prst="rect">
            <a:avLst/>
          </a:prstGeom>
        </p:spPr>
        <p:txBody>
          <a:bodyPr anchor="b"/>
          <a:lstStyle>
            <a:lvl1pPr>
              <a:defRPr sz="2400">
                <a:solidFill>
                  <a:schemeClr val="tx1"/>
                </a:solidFill>
              </a:defRPr>
            </a:lvl1pPr>
          </a:lstStyle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3" name="Рисунок 2"/>
          <p:cNvSpPr>
            <a:spLocks noGrp="1"/>
          </p:cNvSpPr>
          <p:nvPr>
            <p:ph type="pic" idx="1"/>
          </p:nvPr>
        </p:nvSpPr>
        <p:spPr bwMode="auto">
          <a:xfrm>
            <a:off x="5183188" y="987425"/>
            <a:ext cx="6172200" cy="4873625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>
              <a:defRPr/>
            </a:pPr>
            <a:endParaRPr lang="ru-RU"/>
          </a:p>
        </p:txBody>
      </p:sp>
      <p:sp>
        <p:nvSpPr>
          <p:cNvPr id="4" name="Текст 3"/>
          <p:cNvSpPr>
            <a:spLocks noGrp="1"/>
          </p:cNvSpPr>
          <p:nvPr>
            <p:ph type="body" sz="half" idx="2"/>
          </p:nvPr>
        </p:nvSpPr>
        <p:spPr bwMode="auto">
          <a:xfrm>
            <a:off x="839788" y="2057400"/>
            <a:ext cx="3932237" cy="381158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78FBA86F-3969-424E-BF66-1900EAFA6A8E}" type="datetimeFigureOut">
              <a:rPr lang="ru-RU"/>
              <a:t/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 bwMode="auto"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A59E9C92-888A-4702-9F01-76222400F383}" type="slidenum">
              <a:rPr lang="ru-RU"/>
              <a:t/>
            </a:fld>
            <a:endParaRPr lang="ru-RU"/>
          </a:p>
        </p:txBody>
      </p:sp>
      <p:sp>
        <p:nvSpPr>
          <p:cNvPr id="8" name="Заголовок 6"/>
          <p:cNvSpPr txBox="1"/>
          <p:nvPr userDrawn="1"/>
        </p:nvSpPr>
        <p:spPr bwMode="auto">
          <a:xfrm>
            <a:off x="2123902" y="136526"/>
            <a:ext cx="9229898" cy="365126"/>
          </a:xfrm>
          <a:prstGeom prst="rect">
            <a:avLst/>
          </a:prstGeom>
        </p:spPr>
        <p:txBody>
          <a:bodyPr/>
          <a:lstStyle>
            <a:lvl1pPr algn="l" defTabSz="914400">
              <a:lnSpc>
                <a:spcPct val="90000"/>
              </a:lnSpc>
              <a:spcBef>
                <a:spcPts val="0"/>
              </a:spcBef>
              <a:buNone/>
              <a:defRPr sz="2400">
                <a:solidFill>
                  <a:schemeClr val="bg1"/>
                </a:solidFill>
                <a:latin typeface="Moscow University"/>
                <a:ea typeface="+mj-ea"/>
                <a:cs typeface="+mj-cs"/>
              </a:defRPr>
            </a:lvl1pPr>
          </a:lstStyle>
          <a:p>
            <a:pPr>
              <a:defRPr/>
            </a:pPr>
            <a:r>
              <a:rPr lang="ru-RU"/>
              <a:t>Тема слайда</a:t>
            </a:r>
            <a:endParaRPr lang="ru-RU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userDrawn="1">
  <p:cSld name="Титульный слайд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" name="Подзаголовок 2"/>
          <p:cNvSpPr>
            <a:spLocks noGrp="1"/>
          </p:cNvSpPr>
          <p:nvPr>
            <p:ph type="subTitle" idx="1" hasCustomPrompt="1"/>
          </p:nvPr>
        </p:nvSpPr>
        <p:spPr bwMode="auto">
          <a:xfrm>
            <a:off x="346229" y="3602038"/>
            <a:ext cx="11488505" cy="1655762"/>
          </a:xfrm>
          <a:prstGeom prst="rect">
            <a:avLst/>
          </a:prstGeom>
        </p:spPr>
        <p:txBody>
          <a:bodyPr/>
          <a:lstStyle>
            <a:lvl1pPr marL="0" indent="0" algn="l">
              <a:buNone/>
              <a:defRPr sz="2400">
                <a:solidFill>
                  <a:schemeClr val="bg1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>
              <a:defRPr/>
            </a:pPr>
            <a:r>
              <a:rPr lang="ru-RU" sz="2400">
                <a:solidFill>
                  <a:schemeClr val="bg1"/>
                </a:solidFill>
                <a:latin typeface="Moscow University"/>
              </a:rPr>
              <a:t>Текст </a:t>
            </a:r>
            <a:r>
              <a:rPr lang="ru-RU" sz="2400">
                <a:solidFill>
                  <a:schemeClr val="bg1"/>
                </a:solidFill>
                <a:latin typeface="Moscow University"/>
              </a:rPr>
              <a:t>текст</a:t>
            </a:r>
            <a:r>
              <a:rPr lang="ru-RU" sz="2400">
                <a:solidFill>
                  <a:schemeClr val="bg1"/>
                </a:solidFill>
                <a:latin typeface="Moscow University"/>
              </a:rPr>
              <a:t> </a:t>
            </a:r>
            <a:r>
              <a:rPr lang="ru-RU" sz="2400">
                <a:solidFill>
                  <a:schemeClr val="bg1"/>
                </a:solidFill>
                <a:latin typeface="Moscow University"/>
              </a:rPr>
              <a:t>текст</a:t>
            </a:r>
            <a:r>
              <a:rPr lang="ru-RU" sz="2400">
                <a:solidFill>
                  <a:schemeClr val="bg1"/>
                </a:solidFill>
                <a:latin typeface="Moscow University"/>
              </a:rPr>
              <a:t> </a:t>
            </a:r>
            <a:r>
              <a:rPr lang="ru-RU" sz="2400">
                <a:solidFill>
                  <a:schemeClr val="bg1"/>
                </a:solidFill>
                <a:latin typeface="Moscow University"/>
              </a:rPr>
              <a:t>текст</a:t>
            </a:r>
            <a:r>
              <a:rPr lang="ru-RU" sz="2400">
                <a:solidFill>
                  <a:schemeClr val="bg1"/>
                </a:solidFill>
                <a:latin typeface="Moscow University"/>
              </a:rPr>
              <a:t> </a:t>
            </a:r>
            <a:r>
              <a:rPr lang="ru-RU" sz="2400">
                <a:solidFill>
                  <a:schemeClr val="bg1"/>
                </a:solidFill>
                <a:latin typeface="Moscow University"/>
              </a:rPr>
              <a:t>текст</a:t>
            </a:r>
            <a:r>
              <a:rPr lang="ru-RU" sz="2400">
                <a:solidFill>
                  <a:schemeClr val="bg1"/>
                </a:solidFill>
                <a:latin typeface="Moscow University"/>
              </a:rPr>
              <a:t> </a:t>
            </a:r>
            <a:r>
              <a:rPr lang="ru-RU" sz="2400">
                <a:solidFill>
                  <a:schemeClr val="bg1"/>
                </a:solidFill>
                <a:latin typeface="Moscow University"/>
              </a:rPr>
              <a:t>текст</a:t>
            </a:r>
            <a:r>
              <a:rPr lang="ru-RU" sz="2400">
                <a:solidFill>
                  <a:schemeClr val="bg1"/>
                </a:solidFill>
                <a:latin typeface="Moscow University"/>
              </a:rPr>
              <a:t> текст </a:t>
            </a:r>
            <a:r>
              <a:rPr lang="ru-RU" sz="2400">
                <a:solidFill>
                  <a:schemeClr val="bg1"/>
                </a:solidFill>
                <a:latin typeface="Moscow University"/>
              </a:rPr>
              <a:t>текст</a:t>
            </a:r>
            <a:r>
              <a:rPr lang="ru-RU" sz="2400">
                <a:solidFill>
                  <a:schemeClr val="bg1"/>
                </a:solidFill>
                <a:latin typeface="Moscow University"/>
              </a:rPr>
              <a:t> </a:t>
            </a:r>
            <a:r>
              <a:rPr lang="ru-RU" sz="2400">
                <a:solidFill>
                  <a:schemeClr val="bg1"/>
                </a:solidFill>
                <a:latin typeface="Moscow University"/>
              </a:rPr>
              <a:t>текст</a:t>
            </a:r>
            <a:r>
              <a:rPr lang="ru-RU" sz="2400">
                <a:solidFill>
                  <a:schemeClr val="bg1"/>
                </a:solidFill>
                <a:latin typeface="Moscow University"/>
              </a:rPr>
              <a:t> текст </a:t>
            </a:r>
            <a:r>
              <a:rPr lang="ru-RU" sz="2400">
                <a:solidFill>
                  <a:schemeClr val="bg1"/>
                </a:solidFill>
                <a:latin typeface="Moscow University"/>
              </a:rPr>
              <a:t>текст</a:t>
            </a:r>
            <a:r>
              <a:rPr lang="ru-RU" sz="2400">
                <a:solidFill>
                  <a:schemeClr val="bg1"/>
                </a:solidFill>
                <a:latin typeface="Moscow University"/>
              </a:rPr>
              <a:t> текст </a:t>
            </a:r>
            <a:endParaRPr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9674595-3129-4639-A4F2-F4DFF4C2111C}" type="datetimeFigureOut">
              <a:rPr lang="ru-RU"/>
              <a:t/>
            </a:fld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7398209D-F494-474A-BCDA-899ED940DD55}" type="slidenum">
              <a:rPr lang="ru-RU"/>
              <a:t/>
            </a:fld>
            <a:endParaRPr lang="ru-RU"/>
          </a:p>
        </p:txBody>
      </p:sp>
      <p:sp>
        <p:nvSpPr>
          <p:cNvPr id="7" name="Заголовок 1"/>
          <p:cNvSpPr txBox="1"/>
          <p:nvPr userDrawn="1"/>
        </p:nvSpPr>
        <p:spPr bwMode="auto">
          <a:xfrm>
            <a:off x="1885603" y="22228"/>
            <a:ext cx="10515600" cy="57624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>
              <a:lnSpc>
                <a:spcPct val="90000"/>
              </a:lnSpc>
              <a:spcBef>
                <a:spcPts val="0"/>
              </a:spcBef>
              <a:buNone/>
              <a:defRPr sz="2400">
                <a:solidFill>
                  <a:schemeClr val="bg1"/>
                </a:solidFill>
                <a:latin typeface="Moscow University"/>
                <a:ea typeface="+mj-ea"/>
                <a:cs typeface="+mj-cs"/>
              </a:defRPr>
            </a:lvl1pPr>
          </a:lstStyle>
          <a:p>
            <a:pPr>
              <a:defRPr/>
            </a:pPr>
            <a:r>
              <a:rPr lang="ru-RU"/>
              <a:t>Тема слайда</a:t>
            </a:r>
            <a:endParaRPr/>
          </a:p>
        </p:txBody>
      </p:sp>
      <p:sp>
        <p:nvSpPr>
          <p:cNvPr id="9" name="Прямоугольник с одним вырезанным углом 2"/>
          <p:cNvSpPr/>
          <p:nvPr userDrawn="1"/>
        </p:nvSpPr>
        <p:spPr bwMode="auto">
          <a:xfrm>
            <a:off x="346230" y="1128079"/>
            <a:ext cx="3613226" cy="1844983"/>
          </a:xfrm>
          <a:prstGeom prst="snip1Rect">
            <a:avLst>
              <a:gd name="adj" fmla="val 16667"/>
            </a:avLst>
          </a:prstGeom>
          <a:ln w="57150">
            <a:solidFill>
              <a:srgbClr val="7F5CFF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>
              <a:defRPr/>
            </a:pPr>
            <a:endParaRPr lang="ru-RU" sz="1600">
              <a:solidFill>
                <a:srgbClr val="0B0026"/>
              </a:solidFill>
            </a:endParaRPr>
          </a:p>
        </p:txBody>
      </p:sp>
      <p:sp>
        <p:nvSpPr>
          <p:cNvPr id="11" name="Прямоугольник с одним вырезанным углом 12"/>
          <p:cNvSpPr/>
          <p:nvPr userDrawn="1"/>
        </p:nvSpPr>
        <p:spPr bwMode="auto">
          <a:xfrm>
            <a:off x="4292410" y="1128078"/>
            <a:ext cx="3613226" cy="1844983"/>
          </a:xfrm>
          <a:prstGeom prst="snip1Rect">
            <a:avLst>
              <a:gd name="adj" fmla="val 16667"/>
            </a:avLst>
          </a:prstGeom>
          <a:ln w="57150">
            <a:solidFill>
              <a:srgbClr val="7F5CFF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>
              <a:defRPr/>
            </a:pPr>
            <a:endParaRPr lang="ru-RU" sz="1600">
              <a:solidFill>
                <a:srgbClr val="0B0026"/>
              </a:solidFill>
            </a:endParaRPr>
          </a:p>
        </p:txBody>
      </p:sp>
      <p:sp>
        <p:nvSpPr>
          <p:cNvPr id="13" name="Прямоугольник с одним вырезанным углом 13"/>
          <p:cNvSpPr/>
          <p:nvPr userDrawn="1"/>
        </p:nvSpPr>
        <p:spPr bwMode="auto">
          <a:xfrm>
            <a:off x="8221509" y="1128078"/>
            <a:ext cx="3613226" cy="1844983"/>
          </a:xfrm>
          <a:prstGeom prst="snip1Rect">
            <a:avLst>
              <a:gd name="adj" fmla="val 16667"/>
            </a:avLst>
          </a:prstGeom>
          <a:ln w="57150">
            <a:solidFill>
              <a:srgbClr val="7F5CFF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>
              <a:defRPr/>
            </a:pPr>
            <a:endParaRPr lang="ru-RU" sz="1600">
              <a:solidFill>
                <a:srgbClr val="0B0026"/>
              </a:solidFill>
            </a:endParaRPr>
          </a:p>
        </p:txBody>
      </p:sp>
      <p:sp>
        <p:nvSpPr>
          <p:cNvPr id="22" name="Текст 21"/>
          <p:cNvSpPr>
            <a:spLocks noGrp="1"/>
          </p:cNvSpPr>
          <p:nvPr>
            <p:ph type="body" sz="quarter" idx="13" hasCustomPrompt="1"/>
          </p:nvPr>
        </p:nvSpPr>
        <p:spPr bwMode="auto">
          <a:xfrm>
            <a:off x="346230" y="1269077"/>
            <a:ext cx="3613226" cy="1703984"/>
          </a:xfrm>
          <a:prstGeom prst="rect">
            <a:avLst/>
          </a:prstGeom>
        </p:spPr>
        <p:txBody>
          <a:bodyPr/>
          <a:lstStyle>
            <a:lvl4pPr marL="177800" indent="-88900">
              <a:buNone/>
              <a:defRPr sz="1600"/>
            </a:lvl4pPr>
            <a:lvl5pPr marL="177800" indent="-88900">
              <a:buNone/>
              <a:defRPr sz="1600"/>
            </a:lvl5pPr>
          </a:lstStyle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23" name="Текст 21"/>
          <p:cNvSpPr>
            <a:spLocks noGrp="1"/>
          </p:cNvSpPr>
          <p:nvPr>
            <p:ph type="body" sz="quarter" idx="14" hasCustomPrompt="1"/>
          </p:nvPr>
        </p:nvSpPr>
        <p:spPr bwMode="auto">
          <a:xfrm>
            <a:off x="4339110" y="1269077"/>
            <a:ext cx="3613226" cy="1703984"/>
          </a:xfrm>
          <a:prstGeom prst="rect">
            <a:avLst/>
          </a:prstGeom>
        </p:spPr>
        <p:txBody>
          <a:bodyPr/>
          <a:lstStyle>
            <a:lvl4pPr marL="177800" indent="-88900">
              <a:buNone/>
              <a:defRPr sz="1600"/>
            </a:lvl4pPr>
            <a:lvl5pPr marL="177800" indent="-88900">
              <a:buNone/>
              <a:defRPr sz="1600"/>
            </a:lvl5pPr>
          </a:lstStyle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24" name="Текст 21"/>
          <p:cNvSpPr>
            <a:spLocks noGrp="1"/>
          </p:cNvSpPr>
          <p:nvPr>
            <p:ph type="body" sz="quarter" idx="15" hasCustomPrompt="1"/>
          </p:nvPr>
        </p:nvSpPr>
        <p:spPr bwMode="auto">
          <a:xfrm>
            <a:off x="8268209" y="1248263"/>
            <a:ext cx="3613226" cy="1703984"/>
          </a:xfrm>
          <a:prstGeom prst="rect">
            <a:avLst/>
          </a:prstGeom>
        </p:spPr>
        <p:txBody>
          <a:bodyPr/>
          <a:lstStyle>
            <a:lvl4pPr marL="177800" indent="-88900">
              <a:buNone/>
              <a:defRPr sz="1600"/>
            </a:lvl4pPr>
            <a:lvl5pPr marL="177800" indent="-88900">
              <a:buNone/>
              <a:defRPr sz="1600"/>
            </a:lvl5pPr>
          </a:lstStyle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userDrawn="1">
  <p:cSld name="Пользовательский макет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 hasCustomPrompt="1"/>
          </p:nvPr>
        </p:nvSpPr>
        <p:spPr bwMode="auto"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ru-RU"/>
              <a:t>Тема слайда</a:t>
            </a:r>
            <a:endParaRPr/>
          </a:p>
        </p:txBody>
      </p:sp>
      <p:sp>
        <p:nvSpPr>
          <p:cNvPr id="3" name="Дата 2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9674595-3129-4639-A4F2-F4DFF4C2111C}" type="datetimeFigureOut">
              <a:rPr lang="ru-RU"/>
              <a:t/>
            </a:fld>
            <a:endParaRPr lang="ru-RU">
              <a:latin typeface="Moscow University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1"/>
          </p:nvPr>
        </p:nvSpPr>
        <p:spPr bwMode="auto"/>
        <p:txBody>
          <a:bodyPr/>
          <a:lstStyle/>
          <a:p>
            <a:pPr>
              <a:defRPr/>
            </a:pPr>
            <a:fld id="{7398209D-F494-474A-BCDA-899ED940DD55}" type="slidenum">
              <a:rPr lang="ru-RU"/>
              <a:t/>
            </a:fld>
            <a:endParaRPr lang="ru-RU">
              <a:latin typeface="Moscow University"/>
            </a:endParaRPr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userDrawn="1">
  <p:cSld name="Заголовок и объект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 hasCustomPrompt="1"/>
          </p:nvPr>
        </p:nvSpPr>
        <p:spPr bwMode="auto"/>
        <p:txBody>
          <a:bodyPr/>
          <a:lstStyle>
            <a:lvl1pPr marL="0" indent="0">
              <a:defRPr/>
            </a:lvl1pPr>
          </a:lstStyle>
          <a:p>
            <a:pPr>
              <a:defRPr/>
            </a:pPr>
            <a:r>
              <a:rPr lang="ru-RU"/>
              <a:t>Тема слайда</a:t>
            </a:r>
            <a:endParaRPr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 bwMode="auto">
          <a:xfrm>
            <a:off x="838200" y="1160605"/>
            <a:ext cx="10515600" cy="4351338"/>
          </a:xfrm>
          <a:prstGeom prst="rect">
            <a:avLst/>
          </a:prstGeom>
        </p:spPr>
        <p:txBody>
          <a:bodyPr/>
          <a:lstStyle>
            <a:lvl1pPr>
              <a:defRPr sz="2400">
                <a:solidFill>
                  <a:schemeClr val="bg1"/>
                </a:solidFill>
              </a:defRPr>
            </a:lvl1pPr>
            <a:lvl2pPr>
              <a:defRPr sz="1800">
                <a:solidFill>
                  <a:schemeClr val="bg1"/>
                </a:solidFill>
              </a:defRPr>
            </a:lvl2pPr>
            <a:lvl3pPr>
              <a:defRPr sz="1600">
                <a:solidFill>
                  <a:schemeClr val="bg1"/>
                </a:solidFill>
              </a:defRPr>
            </a:lvl3pPr>
            <a:lvl4pPr>
              <a:defRPr sz="1600">
                <a:solidFill>
                  <a:schemeClr val="bg1"/>
                </a:solidFill>
              </a:defRPr>
            </a:lvl4pPr>
            <a:lvl5pPr>
              <a:defRPr sz="1600">
                <a:solidFill>
                  <a:schemeClr val="bg1"/>
                </a:solidFill>
              </a:defRPr>
            </a:lvl5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9674595-3129-4639-A4F2-F4DFF4C2111C}" type="datetimeFigureOut">
              <a:rPr lang="ru-RU"/>
              <a:t/>
            </a:fld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7398209D-F494-474A-BCDA-899ED940DD55}" type="slidenum">
              <a:rPr lang="ru-RU"/>
              <a:t/>
            </a:fld>
            <a:endParaRPr lang="ru-RU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type="secHead" userDrawn="1">
  <p:cSld name="Заголовок раздела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 bwMode="auto"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 bwMode="auto">
          <a:xfrm>
            <a:off x="831850" y="4589463"/>
            <a:ext cx="10515600" cy="1500187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9674595-3129-4639-A4F2-F4DFF4C2111C}" type="datetimeFigureOut">
              <a:rPr lang="ru-RU"/>
              <a:t/>
            </a:fld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7398209D-F494-474A-BCDA-899ED940DD55}" type="slidenum">
              <a:rPr lang="ru-RU"/>
              <a:t/>
            </a:fld>
            <a:endParaRPr lang="ru-RU"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type="twoObj" userDrawn="1">
  <p:cSld name="Два объекта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 hasCustomPrompt="1"/>
          </p:nvPr>
        </p:nvSpPr>
        <p:spPr bwMode="auto"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ru-RU"/>
              <a:t>Тема слайда</a:t>
            </a:r>
            <a:endParaRPr/>
          </a:p>
        </p:txBody>
      </p:sp>
      <p:sp>
        <p:nvSpPr>
          <p:cNvPr id="3" name="Объект 2"/>
          <p:cNvSpPr>
            <a:spLocks noGrp="1"/>
          </p:cNvSpPr>
          <p:nvPr>
            <p:ph sz="half" idx="1"/>
          </p:nvPr>
        </p:nvSpPr>
        <p:spPr bwMode="auto">
          <a:xfrm>
            <a:off x="838201" y="1265900"/>
            <a:ext cx="5181600" cy="4351338"/>
          </a:xfrm>
          <a:prstGeom prst="rect">
            <a:avLst/>
          </a:prstGeom>
        </p:spPr>
        <p:txBody>
          <a:bodyPr/>
          <a:lstStyle>
            <a:lvl1pPr>
              <a:defRPr sz="2400">
                <a:solidFill>
                  <a:schemeClr val="bg1"/>
                </a:solidFill>
                <a:latin typeface="+mn-lt"/>
              </a:defRPr>
            </a:lvl1pPr>
            <a:lvl2pPr>
              <a:defRPr sz="1800">
                <a:solidFill>
                  <a:schemeClr val="bg1"/>
                </a:solidFill>
                <a:latin typeface="+mn-lt"/>
              </a:defRPr>
            </a:lvl2pPr>
            <a:lvl3pPr>
              <a:defRPr sz="1600">
                <a:solidFill>
                  <a:schemeClr val="bg1"/>
                </a:solidFill>
                <a:latin typeface="+mn-lt"/>
              </a:defRPr>
            </a:lvl3pPr>
            <a:lvl4pPr>
              <a:defRPr sz="1600">
                <a:solidFill>
                  <a:schemeClr val="bg1"/>
                </a:solidFill>
                <a:latin typeface="+mn-lt"/>
              </a:defRPr>
            </a:lvl4pPr>
            <a:lvl5pPr>
              <a:defRPr sz="1600">
                <a:solidFill>
                  <a:schemeClr val="bg1"/>
                </a:solidFill>
                <a:latin typeface="+mn-lt"/>
              </a:defRPr>
            </a:lvl5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4" name="Объект 3"/>
          <p:cNvSpPr>
            <a:spLocks noGrp="1"/>
          </p:cNvSpPr>
          <p:nvPr>
            <p:ph sz="half" idx="2"/>
          </p:nvPr>
        </p:nvSpPr>
        <p:spPr bwMode="auto">
          <a:xfrm>
            <a:off x="6172200" y="1265900"/>
            <a:ext cx="5181600" cy="4351338"/>
          </a:xfrm>
          <a:prstGeom prst="rect">
            <a:avLst/>
          </a:prstGeom>
        </p:spPr>
        <p:txBody>
          <a:bodyPr/>
          <a:lstStyle>
            <a:lvl1pPr>
              <a:defRPr sz="2400">
                <a:solidFill>
                  <a:schemeClr val="bg1"/>
                </a:solidFill>
              </a:defRPr>
            </a:lvl1pPr>
            <a:lvl2pPr>
              <a:defRPr sz="1800">
                <a:solidFill>
                  <a:schemeClr val="bg1"/>
                </a:solidFill>
              </a:defRPr>
            </a:lvl2pPr>
            <a:lvl3pPr>
              <a:defRPr sz="1600">
                <a:solidFill>
                  <a:schemeClr val="bg1"/>
                </a:solidFill>
              </a:defRPr>
            </a:lvl3pPr>
            <a:lvl4pPr>
              <a:defRPr sz="1600">
                <a:solidFill>
                  <a:schemeClr val="bg1"/>
                </a:solidFill>
              </a:defRPr>
            </a:lvl4pPr>
            <a:lvl5pPr>
              <a:defRPr sz="1600">
                <a:solidFill>
                  <a:schemeClr val="bg1"/>
                </a:solidFill>
              </a:defRPr>
            </a:lvl5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9674595-3129-4639-A4F2-F4DFF4C2111C}" type="datetimeFigureOut">
              <a:rPr lang="ru-RU"/>
              <a:t/>
            </a:fld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7398209D-F494-474A-BCDA-899ED940DD55}" type="slidenum">
              <a:rPr lang="ru-RU"/>
              <a:t/>
            </a:fld>
            <a:endParaRPr lang="ru-RU"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userDrawn="1">
  <p:cSld name="1_Два объекта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 hasCustomPrompt="1"/>
          </p:nvPr>
        </p:nvSpPr>
        <p:spPr bwMode="auto"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ru-RU"/>
              <a:t>Тема слайда</a:t>
            </a:r>
            <a:endParaRPr/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9674595-3129-4639-A4F2-F4DFF4C2111C}" type="datetimeFigureOut">
              <a:rPr lang="ru-RU"/>
              <a:t/>
            </a:fld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7398209D-F494-474A-BCDA-899ED940DD55}" type="slidenum">
              <a:rPr lang="ru-RU"/>
              <a:t/>
            </a:fld>
            <a:endParaRPr lang="ru-RU"/>
          </a:p>
        </p:txBody>
      </p:sp>
      <p:sp>
        <p:nvSpPr>
          <p:cNvPr id="18" name="Рисунок 17"/>
          <p:cNvSpPr>
            <a:spLocks noGrp="1"/>
          </p:cNvSpPr>
          <p:nvPr>
            <p:ph type="pic" sz="quarter" idx="13"/>
          </p:nvPr>
        </p:nvSpPr>
        <p:spPr bwMode="auto">
          <a:xfrm>
            <a:off x="838198" y="3707476"/>
            <a:ext cx="3102034" cy="2371899"/>
          </a:xfrm>
          <a:prstGeom prst="rect">
            <a:avLst/>
          </a:prstGeom>
        </p:spPr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19" name="Рисунок 17"/>
          <p:cNvSpPr>
            <a:spLocks noGrp="1"/>
          </p:cNvSpPr>
          <p:nvPr>
            <p:ph type="pic" sz="quarter" idx="14"/>
          </p:nvPr>
        </p:nvSpPr>
        <p:spPr bwMode="auto">
          <a:xfrm>
            <a:off x="4544982" y="3707474"/>
            <a:ext cx="3102034" cy="2371899"/>
          </a:xfrm>
          <a:prstGeom prst="rect">
            <a:avLst/>
          </a:prstGeom>
        </p:spPr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20" name="Рисунок 17"/>
          <p:cNvSpPr>
            <a:spLocks noGrp="1"/>
          </p:cNvSpPr>
          <p:nvPr>
            <p:ph type="pic" sz="quarter" idx="15"/>
          </p:nvPr>
        </p:nvSpPr>
        <p:spPr bwMode="auto">
          <a:xfrm>
            <a:off x="8251769" y="3707474"/>
            <a:ext cx="3102034" cy="2371899"/>
          </a:xfrm>
          <a:prstGeom prst="rect">
            <a:avLst/>
          </a:prstGeom>
        </p:spPr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4" name="Текст 3"/>
          <p:cNvSpPr>
            <a:spLocks noGrp="1"/>
          </p:cNvSpPr>
          <p:nvPr>
            <p:ph type="body" sz="quarter" idx="16" hasCustomPrompt="1"/>
          </p:nvPr>
        </p:nvSpPr>
        <p:spPr bwMode="auto">
          <a:xfrm>
            <a:off x="838198" y="1063626"/>
            <a:ext cx="10515601" cy="576246"/>
          </a:xfrm>
          <a:prstGeom prst="rect">
            <a:avLst/>
          </a:prstGeom>
        </p:spPr>
        <p:txBody>
          <a:bodyPr/>
          <a:lstStyle>
            <a:lvl4pPr marL="228600" indent="-228600">
              <a:buNone/>
              <a:defRPr>
                <a:solidFill>
                  <a:schemeClr val="bg1"/>
                </a:solidFill>
                <a:latin typeface="Moscow University"/>
              </a:defRPr>
            </a:lvl4pPr>
            <a:lvl5pPr>
              <a:buNone/>
              <a:defRPr>
                <a:solidFill>
                  <a:schemeClr val="bg1"/>
                </a:solidFill>
                <a:latin typeface="Moscow University"/>
              </a:defRPr>
            </a:lvl5pPr>
          </a:lstStyle>
          <a:p>
            <a:pPr lvl="3">
              <a:defRPr/>
            </a:pPr>
            <a:r>
              <a:rPr lang="ru-RU"/>
              <a:t>Текст </a:t>
            </a:r>
            <a:r>
              <a:rPr lang="ru-RU"/>
              <a:t>текст</a:t>
            </a:r>
            <a:r>
              <a:rPr lang="ru-RU"/>
              <a:t> </a:t>
            </a:r>
            <a:endParaRPr/>
          </a:p>
        </p:txBody>
      </p:sp>
      <p:sp>
        <p:nvSpPr>
          <p:cNvPr id="10" name="Текст 9"/>
          <p:cNvSpPr>
            <a:spLocks noGrp="1"/>
          </p:cNvSpPr>
          <p:nvPr>
            <p:ph type="body" sz="quarter" idx="17" hasCustomPrompt="1"/>
          </p:nvPr>
        </p:nvSpPr>
        <p:spPr bwMode="auto">
          <a:xfrm>
            <a:off x="838198" y="1862050"/>
            <a:ext cx="10515601" cy="1673629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  <a:lvl3pPr>
              <a:buNone/>
              <a:defRPr/>
            </a:lvl3pPr>
          </a:lstStyle>
          <a:p>
            <a:pPr marL="342900" indent="-342900">
              <a:lnSpc>
                <a:spcPct val="150000"/>
              </a:lnSpc>
              <a:buSzPct val="250000"/>
              <a:buBlip>
                <a:blip r:embed="rId2"/>
              </a:buBlip>
              <a:defRPr/>
            </a:pPr>
            <a:r>
              <a:rPr lang="ru-RU" sz="1800">
                <a:solidFill>
                  <a:schemeClr val="bg1"/>
                </a:solidFill>
                <a:latin typeface="Moscow University"/>
              </a:rPr>
              <a:t>Текст </a:t>
            </a:r>
            <a:r>
              <a:rPr lang="ru-RU" sz="1800">
                <a:solidFill>
                  <a:schemeClr val="bg1"/>
                </a:solidFill>
                <a:latin typeface="Moscow University"/>
              </a:rPr>
              <a:t>текст</a:t>
            </a:r>
            <a:r>
              <a:rPr lang="ru-RU" sz="1800">
                <a:solidFill>
                  <a:schemeClr val="bg1"/>
                </a:solidFill>
                <a:latin typeface="Moscow University"/>
              </a:rPr>
              <a:t> </a:t>
            </a:r>
            <a:r>
              <a:rPr lang="ru-RU" sz="1800">
                <a:solidFill>
                  <a:schemeClr val="bg1"/>
                </a:solidFill>
                <a:latin typeface="Moscow University"/>
              </a:rPr>
              <a:t>текст</a:t>
            </a:r>
            <a:r>
              <a:rPr lang="ru-RU" sz="1800">
                <a:solidFill>
                  <a:schemeClr val="bg1"/>
                </a:solidFill>
                <a:latin typeface="Moscow University"/>
              </a:rPr>
              <a:t> </a:t>
            </a:r>
            <a:r>
              <a:rPr lang="ru-RU" sz="1800">
                <a:solidFill>
                  <a:schemeClr val="bg1"/>
                </a:solidFill>
                <a:latin typeface="Moscow University"/>
              </a:rPr>
              <a:t>текст</a:t>
            </a:r>
            <a:r>
              <a:rPr lang="ru-RU" sz="1800">
                <a:solidFill>
                  <a:schemeClr val="bg1"/>
                </a:solidFill>
                <a:latin typeface="Moscow University"/>
              </a:rPr>
              <a:t> </a:t>
            </a:r>
            <a:r>
              <a:rPr lang="ru-RU" sz="1800">
                <a:solidFill>
                  <a:schemeClr val="bg1"/>
                </a:solidFill>
                <a:latin typeface="Moscow University"/>
              </a:rPr>
              <a:t>текст</a:t>
            </a:r>
            <a:r>
              <a:rPr lang="ru-RU" sz="1800">
                <a:solidFill>
                  <a:schemeClr val="bg1"/>
                </a:solidFill>
                <a:latin typeface="Moscow University"/>
              </a:rPr>
              <a:t> </a:t>
            </a:r>
            <a:r>
              <a:rPr lang="ru-RU" sz="1800">
                <a:solidFill>
                  <a:schemeClr val="bg1"/>
                </a:solidFill>
                <a:latin typeface="Moscow University"/>
              </a:rPr>
              <a:t>текст</a:t>
            </a:r>
            <a:r>
              <a:rPr lang="ru-RU" sz="1800">
                <a:solidFill>
                  <a:schemeClr val="bg1"/>
                </a:solidFill>
                <a:latin typeface="Moscow University"/>
              </a:rPr>
              <a:t> </a:t>
            </a:r>
            <a:r>
              <a:rPr lang="ru-RU" sz="1800">
                <a:solidFill>
                  <a:schemeClr val="bg1"/>
                </a:solidFill>
                <a:latin typeface="Moscow University"/>
              </a:rPr>
              <a:t>текст</a:t>
            </a:r>
            <a:r>
              <a:rPr lang="ru-RU" sz="1800">
                <a:solidFill>
                  <a:schemeClr val="bg1"/>
                </a:solidFill>
                <a:latin typeface="Moscow University"/>
              </a:rPr>
              <a:t> </a:t>
            </a:r>
            <a:r>
              <a:rPr lang="ru-RU" sz="1800">
                <a:solidFill>
                  <a:schemeClr val="bg1"/>
                </a:solidFill>
                <a:latin typeface="Moscow University"/>
              </a:rPr>
              <a:t>текст</a:t>
            </a:r>
            <a:r>
              <a:rPr lang="ru-RU" sz="1800">
                <a:solidFill>
                  <a:schemeClr val="bg1"/>
                </a:solidFill>
                <a:latin typeface="Moscow University"/>
              </a:rPr>
              <a:t> </a:t>
            </a:r>
            <a:r>
              <a:rPr lang="ru-RU" sz="1800">
                <a:solidFill>
                  <a:schemeClr val="bg1"/>
                </a:solidFill>
                <a:latin typeface="Moscow University"/>
              </a:rPr>
              <a:t>текст</a:t>
            </a:r>
            <a:r>
              <a:rPr lang="ru-RU" sz="1800">
                <a:solidFill>
                  <a:schemeClr val="bg1"/>
                </a:solidFill>
                <a:latin typeface="Moscow University"/>
              </a:rPr>
              <a:t> </a:t>
            </a:r>
            <a:r>
              <a:rPr lang="ru-RU" sz="1800">
                <a:solidFill>
                  <a:schemeClr val="bg1"/>
                </a:solidFill>
                <a:latin typeface="Moscow University"/>
              </a:rPr>
              <a:t>текст</a:t>
            </a:r>
            <a:r>
              <a:rPr lang="ru-RU" sz="1800">
                <a:solidFill>
                  <a:schemeClr val="bg1"/>
                </a:solidFill>
                <a:latin typeface="Moscow University"/>
              </a:rPr>
              <a:t> </a:t>
            </a:r>
            <a:r>
              <a:rPr lang="ru-RU" sz="1800">
                <a:solidFill>
                  <a:schemeClr val="bg1"/>
                </a:solidFill>
                <a:latin typeface="Moscow University"/>
              </a:rPr>
              <a:t>текст</a:t>
            </a:r>
            <a:r>
              <a:rPr lang="ru-RU" sz="1800">
                <a:solidFill>
                  <a:schemeClr val="bg1"/>
                </a:solidFill>
                <a:latin typeface="Moscow University"/>
              </a:rPr>
              <a:t> </a:t>
            </a:r>
            <a:r>
              <a:rPr lang="ru-RU" sz="1800">
                <a:solidFill>
                  <a:schemeClr val="bg1"/>
                </a:solidFill>
                <a:latin typeface="Moscow University"/>
              </a:rPr>
              <a:t>текст</a:t>
            </a:r>
            <a:endParaRPr lang="en-US" sz="1800">
              <a:solidFill>
                <a:schemeClr val="bg1"/>
              </a:solidFill>
              <a:latin typeface="Moscow University"/>
            </a:endParaRPr>
          </a:p>
          <a:p>
            <a:pPr marL="342900" indent="-342900">
              <a:lnSpc>
                <a:spcPct val="150000"/>
              </a:lnSpc>
              <a:buSzPct val="250000"/>
              <a:buBlip>
                <a:blip r:embed="rId2"/>
              </a:buBlip>
              <a:defRPr/>
            </a:pPr>
            <a:r>
              <a:rPr lang="ru-RU" sz="1800">
                <a:solidFill>
                  <a:schemeClr val="bg1"/>
                </a:solidFill>
                <a:latin typeface="Moscow University"/>
              </a:rPr>
              <a:t>Текст </a:t>
            </a:r>
            <a:r>
              <a:rPr lang="ru-RU" sz="1800">
                <a:solidFill>
                  <a:schemeClr val="bg1"/>
                </a:solidFill>
                <a:latin typeface="Moscow University"/>
              </a:rPr>
              <a:t>текст</a:t>
            </a:r>
            <a:r>
              <a:rPr lang="ru-RU" sz="1800">
                <a:solidFill>
                  <a:schemeClr val="bg1"/>
                </a:solidFill>
                <a:latin typeface="Moscow University"/>
              </a:rPr>
              <a:t> </a:t>
            </a:r>
            <a:r>
              <a:rPr lang="ru-RU" sz="1800">
                <a:solidFill>
                  <a:schemeClr val="bg1"/>
                </a:solidFill>
                <a:latin typeface="Moscow University"/>
              </a:rPr>
              <a:t>текст</a:t>
            </a:r>
            <a:r>
              <a:rPr lang="ru-RU" sz="1800">
                <a:solidFill>
                  <a:schemeClr val="bg1"/>
                </a:solidFill>
                <a:latin typeface="Moscow University"/>
              </a:rPr>
              <a:t> </a:t>
            </a:r>
            <a:r>
              <a:rPr lang="ru-RU" sz="1800">
                <a:solidFill>
                  <a:schemeClr val="bg1"/>
                </a:solidFill>
                <a:latin typeface="Moscow University"/>
              </a:rPr>
              <a:t>текст</a:t>
            </a:r>
            <a:r>
              <a:rPr lang="ru-RU" sz="1800">
                <a:solidFill>
                  <a:schemeClr val="bg1"/>
                </a:solidFill>
                <a:latin typeface="Moscow University"/>
              </a:rPr>
              <a:t> </a:t>
            </a:r>
            <a:r>
              <a:rPr lang="ru-RU" sz="1800">
                <a:solidFill>
                  <a:schemeClr val="bg1"/>
                </a:solidFill>
                <a:latin typeface="Moscow University"/>
              </a:rPr>
              <a:t>текст</a:t>
            </a:r>
            <a:r>
              <a:rPr lang="ru-RU" sz="1800">
                <a:solidFill>
                  <a:schemeClr val="bg1"/>
                </a:solidFill>
                <a:latin typeface="Moscow University"/>
              </a:rPr>
              <a:t> </a:t>
            </a:r>
            <a:r>
              <a:rPr lang="ru-RU" sz="1800">
                <a:solidFill>
                  <a:schemeClr val="bg1"/>
                </a:solidFill>
                <a:latin typeface="Moscow University"/>
              </a:rPr>
              <a:t>текст</a:t>
            </a:r>
            <a:r>
              <a:rPr lang="ru-RU" sz="1800">
                <a:solidFill>
                  <a:schemeClr val="bg1"/>
                </a:solidFill>
                <a:latin typeface="Moscow University"/>
              </a:rPr>
              <a:t> </a:t>
            </a:r>
            <a:r>
              <a:rPr lang="ru-RU" sz="1800">
                <a:solidFill>
                  <a:schemeClr val="bg1"/>
                </a:solidFill>
                <a:latin typeface="Moscow University"/>
              </a:rPr>
              <a:t>текст</a:t>
            </a:r>
            <a:r>
              <a:rPr lang="ru-RU" sz="1800">
                <a:solidFill>
                  <a:schemeClr val="bg1"/>
                </a:solidFill>
                <a:latin typeface="Moscow University"/>
              </a:rPr>
              <a:t> </a:t>
            </a:r>
            <a:endParaRPr/>
          </a:p>
          <a:p>
            <a:pPr marL="342900" indent="-342900">
              <a:lnSpc>
                <a:spcPct val="150000"/>
              </a:lnSpc>
              <a:buSzPct val="250000"/>
              <a:buBlip>
                <a:blip r:embed="rId2"/>
              </a:buBlip>
              <a:defRPr/>
            </a:pPr>
            <a:r>
              <a:rPr lang="ru-RU" sz="1800">
                <a:solidFill>
                  <a:schemeClr val="bg1"/>
                </a:solidFill>
                <a:latin typeface="Moscow University"/>
              </a:rPr>
              <a:t>Текст </a:t>
            </a:r>
            <a:endParaRPr lang="en-US" sz="1800">
              <a:solidFill>
                <a:schemeClr val="bg1"/>
              </a:solidFill>
              <a:latin typeface="Moscow University"/>
            </a:endParaRPr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userDrawn="1">
  <p:cSld name="Пустой слайд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Дата 1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9674595-3129-4639-A4F2-F4DFF4C2111C}" type="datetimeFigureOut">
              <a:rPr lang="ru-RU"/>
              <a:t/>
            </a:fld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7398209D-F494-474A-BCDA-899ED940DD55}" type="slidenum">
              <a:rPr lang="ru-RU"/>
              <a:t/>
            </a:fld>
            <a:endParaRPr lang="ru-RU"/>
          </a:p>
        </p:txBody>
      </p:sp>
      <p:graphicFrame>
        <p:nvGraphicFramePr>
          <p:cNvPr id="9" name="Схема 8"/>
          <p:cNvGraphicFramePr>
            <a:graphicFrameLocks xmlns:a="http://schemas.openxmlformats.org/drawingml/2006/main"/>
          </p:cNvGraphicFramePr>
          <p:nvPr userDrawn="1"/>
        </p:nvGraphicFramePr>
        <p:xfrm>
          <a:off x="140950" y="1065403"/>
          <a:ext cx="5528330" cy="4964095"/>
          <a:chOff x="0" y="0"/>
          <a:chExt cx="5528330" cy="4964095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5" r:qs="rId6" r:cs="rId4"/>
          </a:graphicData>
        </a:graphic>
      </p:graphicFrame>
      <p:sp>
        <p:nvSpPr>
          <p:cNvPr id="10" name="Заголовок 1"/>
          <p:cNvSpPr>
            <a:spLocks noGrp="1"/>
          </p:cNvSpPr>
          <p:nvPr>
            <p:ph type="title"/>
          </p:nvPr>
        </p:nvSpPr>
        <p:spPr bwMode="auto">
          <a:xfrm>
            <a:off x="1885603" y="22228"/>
            <a:ext cx="10515600" cy="57624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>
              <a:defRPr/>
            </a:pPr>
            <a:r>
              <a:rPr lang="ru-RU"/>
              <a:t>Тема слайда</a:t>
            </a:r>
            <a:endParaRPr/>
          </a:p>
        </p:txBody>
      </p:sp>
      <p:sp>
        <p:nvSpPr>
          <p:cNvPr id="5" name="Текст 4"/>
          <p:cNvSpPr>
            <a:spLocks noGrp="1"/>
          </p:cNvSpPr>
          <p:nvPr>
            <p:ph type="body" sz="quarter" idx="13" hasCustomPrompt="1"/>
          </p:nvPr>
        </p:nvSpPr>
        <p:spPr bwMode="auto">
          <a:xfrm>
            <a:off x="6145213" y="1279525"/>
            <a:ext cx="5208587" cy="4495800"/>
          </a:xfrm>
          <a:prstGeom prst="rect">
            <a:avLst/>
          </a:prstGeom>
        </p:spPr>
        <p:txBody>
          <a:bodyPr/>
          <a:lstStyle>
            <a:lvl1pPr>
              <a:defRPr sz="1800">
                <a:solidFill>
                  <a:schemeClr val="bg1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>
              <a:defRPr/>
            </a:pPr>
            <a:r>
              <a:rPr lang="ru-RU"/>
              <a:t>Текст </a:t>
            </a:r>
            <a:r>
              <a:rPr lang="ru-RU"/>
              <a:t>текст</a:t>
            </a:r>
            <a:r>
              <a:rPr lang="ru-RU"/>
              <a:t> </a:t>
            </a:r>
            <a:endParaRPr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userDrawn="1">
  <p:cSld name="Объект с подписью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" name="Объект 2"/>
          <p:cNvSpPr>
            <a:spLocks noGrp="1"/>
          </p:cNvSpPr>
          <p:nvPr>
            <p:ph idx="1"/>
          </p:nvPr>
        </p:nvSpPr>
        <p:spPr bwMode="auto">
          <a:xfrm>
            <a:off x="5183188" y="987425"/>
            <a:ext cx="6172200" cy="4873625"/>
          </a:xfrm>
          <a:prstGeom prst="rect">
            <a:avLst/>
          </a:prstGeom>
        </p:spPr>
        <p:txBody>
          <a:bodyPr/>
          <a:lstStyle>
            <a:lvl1pPr>
              <a:defRPr sz="2400">
                <a:solidFill>
                  <a:schemeClr val="bg1"/>
                </a:solidFill>
              </a:defRPr>
            </a:lvl1pPr>
            <a:lvl2pPr>
              <a:defRPr sz="1800">
                <a:solidFill>
                  <a:schemeClr val="bg1"/>
                </a:solidFill>
              </a:defRPr>
            </a:lvl2pPr>
            <a:lvl3pPr>
              <a:defRPr sz="1600">
                <a:solidFill>
                  <a:schemeClr val="bg1"/>
                </a:solidFill>
              </a:defRPr>
            </a:lvl3pPr>
            <a:lvl4pPr>
              <a:defRPr sz="1600">
                <a:solidFill>
                  <a:schemeClr val="bg1"/>
                </a:solidFill>
              </a:defRPr>
            </a:lvl4pPr>
            <a:lvl5pPr>
              <a:defRPr sz="1600">
                <a:solidFill>
                  <a:schemeClr val="bg1"/>
                </a:solidFill>
              </a:defRPr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4" name="Текст 3"/>
          <p:cNvSpPr>
            <a:spLocks noGrp="1"/>
          </p:cNvSpPr>
          <p:nvPr>
            <p:ph type="body" sz="half" idx="2"/>
          </p:nvPr>
        </p:nvSpPr>
        <p:spPr bwMode="auto">
          <a:xfrm>
            <a:off x="839788" y="987425"/>
            <a:ext cx="3932237" cy="4881563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600">
                <a:solidFill>
                  <a:schemeClr val="bg1"/>
                </a:solidFill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9674595-3129-4639-A4F2-F4DFF4C2111C}" type="datetimeFigureOut">
              <a:rPr lang="ru-RU"/>
              <a:t/>
            </a:fld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7398209D-F494-474A-BCDA-899ED940DD55}" type="slidenum">
              <a:rPr lang="ru-RU"/>
              <a:t/>
            </a:fld>
            <a:endParaRPr lang="ru-RU"/>
          </a:p>
        </p:txBody>
      </p:sp>
      <p:sp>
        <p:nvSpPr>
          <p:cNvPr id="9" name="Заголовок 8"/>
          <p:cNvSpPr>
            <a:spLocks noGrp="1"/>
          </p:cNvSpPr>
          <p:nvPr>
            <p:ph type="title" hasCustomPrompt="1"/>
          </p:nvPr>
        </p:nvSpPr>
        <p:spPr bwMode="auto"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ru-RU"/>
              <a:t>Тема слайда</a:t>
            </a:r>
            <a:endParaRPr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type="picTx" userDrawn="1">
  <p:cSld name="Рисунок с подписью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 bwMode="auto">
          <a:xfrm>
            <a:off x="839788" y="987424"/>
            <a:ext cx="3932237" cy="1069975"/>
          </a:xfrm>
        </p:spPr>
        <p:txBody>
          <a:bodyPr anchor="b"/>
          <a:lstStyle>
            <a:lvl1pPr>
              <a:defRPr sz="2400"/>
            </a:lvl1pPr>
          </a:lstStyle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3" name="Рисунок 2"/>
          <p:cNvSpPr>
            <a:spLocks noGrp="1"/>
          </p:cNvSpPr>
          <p:nvPr>
            <p:ph type="pic" idx="1"/>
          </p:nvPr>
        </p:nvSpPr>
        <p:spPr bwMode="auto">
          <a:xfrm>
            <a:off x="5183188" y="987425"/>
            <a:ext cx="6172200" cy="4873625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>
              <a:defRPr/>
            </a:pPr>
            <a:endParaRPr lang="ru-RU"/>
          </a:p>
        </p:txBody>
      </p:sp>
      <p:sp>
        <p:nvSpPr>
          <p:cNvPr id="4" name="Текст 3"/>
          <p:cNvSpPr>
            <a:spLocks noGrp="1"/>
          </p:cNvSpPr>
          <p:nvPr>
            <p:ph type="body" sz="half" idx="2"/>
          </p:nvPr>
        </p:nvSpPr>
        <p:spPr bwMode="auto">
          <a:xfrm>
            <a:off x="839788" y="2057400"/>
            <a:ext cx="3932237" cy="381158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600">
                <a:solidFill>
                  <a:schemeClr val="bg1"/>
                </a:solidFill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9674595-3129-4639-A4F2-F4DFF4C2111C}" type="datetimeFigureOut">
              <a:rPr lang="ru-RU"/>
              <a:t/>
            </a:fld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7398209D-F494-474A-BCDA-899ED940DD55}" type="slidenum">
              <a:rPr lang="ru-RU"/>
              <a:t/>
            </a:fld>
            <a:endParaRPr lang="ru-RU"/>
          </a:p>
        </p:txBody>
      </p:sp>
      <p:sp>
        <p:nvSpPr>
          <p:cNvPr id="8" name="Заголовок 1"/>
          <p:cNvSpPr txBox="1"/>
          <p:nvPr userDrawn="1"/>
        </p:nvSpPr>
        <p:spPr bwMode="auto">
          <a:xfrm>
            <a:off x="1885603" y="22228"/>
            <a:ext cx="10515600" cy="57624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>
              <a:lnSpc>
                <a:spcPct val="90000"/>
              </a:lnSpc>
              <a:spcBef>
                <a:spcPts val="0"/>
              </a:spcBef>
              <a:buNone/>
              <a:defRPr sz="2400">
                <a:solidFill>
                  <a:schemeClr val="bg1"/>
                </a:solidFill>
                <a:latin typeface="Moscow University"/>
                <a:ea typeface="+mj-ea"/>
                <a:cs typeface="+mj-cs"/>
              </a:defRPr>
            </a:lvl1pPr>
          </a:lstStyle>
          <a:p>
            <a:pPr>
              <a:defRPr/>
            </a:pPr>
            <a:r>
              <a:rPr lang="ru-RU"/>
              <a:t>Тема слайда</a:t>
            </a:r>
            <a:endParaRPr lang="ru-RU"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userDrawn="1">
  <p:cSld name="Пустой слайд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7" name="Рисунок 6"/>
          <p:cNvPicPr>
            <a:picLocks noChangeAspect="1"/>
          </p:cNvPicPr>
          <p:nvPr userDrawn="1"/>
        </p:nvPicPr>
        <p:blipFill>
          <a:blip r:embed="rId2"/>
          <a:stretch/>
        </p:blipFill>
        <p:spPr bwMode="auto">
          <a:xfrm>
            <a:off x="5157886" y="156203"/>
            <a:ext cx="1876227" cy="1868129"/>
          </a:xfrm>
          <a:prstGeom prst="rect">
            <a:avLst/>
          </a:prstGeom>
        </p:spPr>
      </p:pic>
      <p:sp>
        <p:nvSpPr>
          <p:cNvPr id="23" name="Заголовок 1"/>
          <p:cNvSpPr txBox="1"/>
          <p:nvPr userDrawn="1"/>
        </p:nvSpPr>
        <p:spPr bwMode="auto">
          <a:xfrm>
            <a:off x="3071180" y="2737352"/>
            <a:ext cx="2150269" cy="537615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>
              <a:lnSpc>
                <a:spcPct val="90000"/>
              </a:lnSpc>
              <a:spcBef>
                <a:spcPts val="0"/>
              </a:spcBef>
              <a:buNone/>
              <a:defRPr sz="44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>
              <a:defRPr/>
            </a:pPr>
            <a:r>
              <a:rPr lang="ru-RU" sz="1400" b="1">
                <a:solidFill>
                  <a:schemeClr val="bg1"/>
                </a:solidFill>
                <a:latin typeface="Moscow University"/>
              </a:rPr>
              <a:t>ТЕЛЕГРАМ-КАНАЛ </a:t>
            </a:r>
            <a:br>
              <a:rPr lang="ru-RU" sz="1400" b="1">
                <a:solidFill>
                  <a:schemeClr val="bg1"/>
                </a:solidFill>
                <a:latin typeface="Moscow University"/>
              </a:rPr>
            </a:br>
            <a:r>
              <a:rPr lang="ru-RU" sz="1400" b="1">
                <a:solidFill>
                  <a:schemeClr val="bg1"/>
                </a:solidFill>
                <a:latin typeface="Moscow University"/>
              </a:rPr>
              <a:t>ФАКУЛЬТЕТА</a:t>
            </a:r>
            <a:endParaRPr/>
          </a:p>
        </p:txBody>
      </p:sp>
      <p:sp>
        <p:nvSpPr>
          <p:cNvPr id="25" name="Заголовок 1"/>
          <p:cNvSpPr txBox="1"/>
          <p:nvPr userDrawn="1"/>
        </p:nvSpPr>
        <p:spPr bwMode="auto">
          <a:xfrm>
            <a:off x="5072620" y="2737352"/>
            <a:ext cx="2150269" cy="537615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685800">
              <a:lnSpc>
                <a:spcPct val="90000"/>
              </a:lnSpc>
              <a:spcBef>
                <a:spcPts val="0"/>
              </a:spcBef>
              <a:buNone/>
              <a:defRPr sz="3300">
                <a:solidFill>
                  <a:schemeClr val="tx1"/>
                </a:solidFill>
                <a:latin typeface="Moscow University"/>
                <a:ea typeface="+mj-ea"/>
                <a:cs typeface="+mj-cs"/>
              </a:defRPr>
            </a:lvl1pPr>
          </a:lstStyle>
          <a:p>
            <a:pPr algn="ctr">
              <a:defRPr/>
            </a:pPr>
            <a:r>
              <a:rPr lang="ru-RU" sz="1400" b="1">
                <a:solidFill>
                  <a:schemeClr val="bg1"/>
                </a:solidFill>
                <a:latin typeface="Moscow University"/>
              </a:rPr>
              <a:t>СООБЩЕСТВО </a:t>
            </a:r>
            <a:endParaRPr/>
          </a:p>
          <a:p>
            <a:pPr algn="ctr">
              <a:defRPr/>
            </a:pPr>
            <a:r>
              <a:rPr lang="ru-RU" sz="1400" b="1">
                <a:solidFill>
                  <a:schemeClr val="bg1"/>
                </a:solidFill>
                <a:latin typeface="Moscow University"/>
              </a:rPr>
              <a:t>В ВК</a:t>
            </a:r>
            <a:endParaRPr/>
          </a:p>
        </p:txBody>
      </p:sp>
      <p:sp>
        <p:nvSpPr>
          <p:cNvPr id="27" name="Заголовок 1"/>
          <p:cNvSpPr txBox="1"/>
          <p:nvPr userDrawn="1"/>
        </p:nvSpPr>
        <p:spPr bwMode="auto">
          <a:xfrm>
            <a:off x="7074067" y="2737352"/>
            <a:ext cx="2150269" cy="537615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685800">
              <a:lnSpc>
                <a:spcPct val="90000"/>
              </a:lnSpc>
              <a:spcBef>
                <a:spcPts val="0"/>
              </a:spcBef>
              <a:buNone/>
              <a:defRPr sz="3300">
                <a:solidFill>
                  <a:schemeClr val="tx1"/>
                </a:solidFill>
                <a:latin typeface="Moscow University"/>
                <a:ea typeface="+mj-ea"/>
                <a:cs typeface="+mj-cs"/>
              </a:defRPr>
            </a:lvl1pPr>
          </a:lstStyle>
          <a:p>
            <a:pPr algn="ctr">
              <a:defRPr/>
            </a:pPr>
            <a:r>
              <a:rPr lang="ru-RU" sz="1400" b="1">
                <a:solidFill>
                  <a:schemeClr val="bg1"/>
                </a:solidFill>
                <a:latin typeface="Moscow University"/>
              </a:rPr>
              <a:t>САЙТ </a:t>
            </a:r>
            <a:br>
              <a:rPr lang="ru-RU" sz="1400" b="1">
                <a:solidFill>
                  <a:schemeClr val="bg1"/>
                </a:solidFill>
                <a:latin typeface="Moscow University"/>
              </a:rPr>
            </a:br>
            <a:r>
              <a:rPr lang="ru-RU" sz="1400" b="1">
                <a:solidFill>
                  <a:schemeClr val="bg1"/>
                </a:solidFill>
                <a:latin typeface="Moscow University"/>
              </a:rPr>
              <a:t>ФАКУЛЬТЕТА</a:t>
            </a:r>
            <a:endParaRPr/>
          </a:p>
        </p:txBody>
      </p:sp>
      <p:pic>
        <p:nvPicPr>
          <p:cNvPr id="29" name="Рисунок 28"/>
          <p:cNvPicPr>
            <a:picLocks noChangeAspect="1"/>
          </p:cNvPicPr>
          <p:nvPr userDrawn="1"/>
        </p:nvPicPr>
        <p:blipFill>
          <a:blip r:embed="rId3"/>
          <a:stretch/>
        </p:blipFill>
        <p:spPr bwMode="auto">
          <a:xfrm>
            <a:off x="7384967" y="3307410"/>
            <a:ext cx="1528466" cy="1528466"/>
          </a:xfrm>
          <a:prstGeom prst="rect">
            <a:avLst/>
          </a:prstGeom>
        </p:spPr>
      </p:pic>
      <p:pic>
        <p:nvPicPr>
          <p:cNvPr id="31" name="Рисунок 30"/>
          <p:cNvPicPr>
            <a:picLocks noChangeAspect="1"/>
          </p:cNvPicPr>
          <p:nvPr userDrawn="1"/>
        </p:nvPicPr>
        <p:blipFill>
          <a:blip r:embed="rId4">
            <a:grayscl/>
          </a:blip>
          <a:srcRect l="14245" t="6271" r="14245" b="22220"/>
          <a:stretch/>
        </p:blipFill>
        <p:spPr bwMode="auto">
          <a:xfrm>
            <a:off x="3382077" y="3307410"/>
            <a:ext cx="1528466" cy="1528466"/>
          </a:xfrm>
          <a:prstGeom prst="rect">
            <a:avLst/>
          </a:prstGeom>
        </p:spPr>
      </p:pic>
      <p:pic>
        <p:nvPicPr>
          <p:cNvPr id="33" name="Рисунок 32"/>
          <p:cNvPicPr>
            <a:picLocks noChangeAspect="1"/>
          </p:cNvPicPr>
          <p:nvPr userDrawn="1"/>
        </p:nvPicPr>
        <p:blipFill>
          <a:blip r:embed="rId5">
            <a:grayscl/>
          </a:blip>
          <a:srcRect l="22287" t="50000" r="22483" b="25283"/>
          <a:stretch/>
        </p:blipFill>
        <p:spPr bwMode="auto">
          <a:xfrm>
            <a:off x="5361212" y="3307410"/>
            <a:ext cx="1573086" cy="1529898"/>
          </a:xfrm>
          <a:prstGeom prst="rect">
            <a:avLst/>
          </a:prstGeom>
        </p:spPr>
      </p:pic>
      <p:sp>
        <p:nvSpPr>
          <p:cNvPr id="35" name="Заголовок 1"/>
          <p:cNvSpPr txBox="1"/>
          <p:nvPr userDrawn="1"/>
        </p:nvSpPr>
        <p:spPr bwMode="auto">
          <a:xfrm>
            <a:off x="2705991" y="5195871"/>
            <a:ext cx="2150269" cy="537615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>
              <a:lnSpc>
                <a:spcPct val="90000"/>
              </a:lnSpc>
              <a:spcBef>
                <a:spcPts val="0"/>
              </a:spcBef>
              <a:buNone/>
              <a:defRPr sz="44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>
              <a:defRPr/>
            </a:pPr>
            <a:r>
              <a:rPr lang="ru-RU" sz="1600">
                <a:solidFill>
                  <a:schemeClr val="bg1"/>
                </a:solidFill>
                <a:latin typeface="Moscow University"/>
              </a:rPr>
              <a:t>https://t.me/ai_msu</a:t>
            </a:r>
            <a:endParaRPr lang="ru-RU" sz="1600" b="1">
              <a:solidFill>
                <a:schemeClr val="bg1"/>
              </a:solidFill>
              <a:latin typeface="Moscow University"/>
            </a:endParaRPr>
          </a:p>
        </p:txBody>
      </p:sp>
      <p:sp>
        <p:nvSpPr>
          <p:cNvPr id="41" name="Заголовок 1"/>
          <p:cNvSpPr txBox="1"/>
          <p:nvPr userDrawn="1"/>
        </p:nvSpPr>
        <p:spPr bwMode="auto">
          <a:xfrm>
            <a:off x="4883846" y="5195870"/>
            <a:ext cx="2424309" cy="537615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>
              <a:lnSpc>
                <a:spcPct val="90000"/>
              </a:lnSpc>
              <a:spcBef>
                <a:spcPts val="0"/>
              </a:spcBef>
              <a:buNone/>
              <a:defRPr sz="44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>
              <a:defRPr/>
            </a:pPr>
            <a:r>
              <a:rPr lang="en-US" sz="1600">
                <a:solidFill>
                  <a:schemeClr val="bg1"/>
                </a:solidFill>
                <a:latin typeface="Moscow University"/>
              </a:rPr>
              <a:t>https://vk.com/ai_msu</a:t>
            </a:r>
            <a:endParaRPr lang="ru-RU" sz="1600" b="1">
              <a:solidFill>
                <a:schemeClr val="bg1"/>
              </a:solidFill>
              <a:latin typeface="Moscow University"/>
            </a:endParaRPr>
          </a:p>
        </p:txBody>
      </p:sp>
      <p:sp>
        <p:nvSpPr>
          <p:cNvPr id="43" name="Заголовок 1"/>
          <p:cNvSpPr txBox="1"/>
          <p:nvPr userDrawn="1"/>
        </p:nvSpPr>
        <p:spPr bwMode="auto">
          <a:xfrm>
            <a:off x="7335740" y="5195870"/>
            <a:ext cx="2502954" cy="537615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>
              <a:lnSpc>
                <a:spcPct val="90000"/>
              </a:lnSpc>
              <a:spcBef>
                <a:spcPts val="0"/>
              </a:spcBef>
              <a:buNone/>
              <a:defRPr sz="44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>
              <a:defRPr/>
            </a:pPr>
            <a:r>
              <a:rPr lang="en-US" sz="1600">
                <a:solidFill>
                  <a:schemeClr val="bg1"/>
                </a:solidFill>
                <a:latin typeface="Moscow University"/>
              </a:rPr>
              <a:t>https://www.ai.msu.ru/</a:t>
            </a:r>
            <a:endParaRPr lang="ru-RU" sz="1600" b="1">
              <a:solidFill>
                <a:schemeClr val="bg1"/>
              </a:solidFill>
              <a:latin typeface="Moscow University"/>
            </a:endParaRPr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userDrawn="1">
  <p:cSld name="Пользовательский макет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 hasCustomPrompt="1"/>
          </p:nvPr>
        </p:nvSpPr>
        <p:spPr bwMode="auto">
          <a:xfrm>
            <a:off x="338051" y="2687147"/>
            <a:ext cx="11493731" cy="1325563"/>
          </a:xfrm>
          <a:prstGeom prst="rect">
            <a:avLst/>
          </a:prstGeom>
        </p:spPr>
        <p:txBody>
          <a:bodyPr/>
          <a:lstStyle>
            <a:lvl1pPr algn="ctr">
              <a:defRPr sz="4150">
                <a:solidFill>
                  <a:schemeClr val="bg1"/>
                </a:solidFill>
                <a:latin typeface="Moscow University"/>
              </a:defRPr>
            </a:lvl1pPr>
          </a:lstStyle>
          <a:p>
            <a:pPr>
              <a:defRPr/>
            </a:pPr>
            <a:r>
              <a:rPr lang="ru-RU"/>
              <a:t>Спасибо!</a:t>
            </a:r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9" Type="http://schemas.openxmlformats.org/officeDocument/2006/relationships/image" Target="../media/image1.png"/><Relationship Id="rId10" Type="http://schemas.openxmlformats.org/officeDocument/2006/relationships/image" Target="../media/image2.png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slideLayout" Target="../slideLayouts/slideLayout9.xml"/><Relationship Id="rId3" Type="http://schemas.openxmlformats.org/officeDocument/2006/relationships/slideLayout" Target="../slideLayouts/slideLayout10.xml"/><Relationship Id="rId4" Type="http://schemas.openxmlformats.org/officeDocument/2006/relationships/slideLayout" Target="../slideLayouts/slideLayout11.xml"/><Relationship Id="rId5" Type="http://schemas.openxmlformats.org/officeDocument/2006/relationships/slideLayout" Target="../slideLayouts/slideLayout12.xml"/><Relationship Id="rId6" Type="http://schemas.openxmlformats.org/officeDocument/2006/relationships/slideLayout" Target="../slideLayouts/slideLayout13.xml"/><Relationship Id="rId7" Type="http://schemas.openxmlformats.org/officeDocument/2006/relationships/slideLayout" Target="../slideLayouts/slideLayout14.xml"/><Relationship Id="rId8" Type="http://schemas.openxmlformats.org/officeDocument/2006/relationships/slideLayout" Target="../slideLayouts/slideLayout15.xml"/><Relationship Id="rId9" Type="http://schemas.openxmlformats.org/officeDocument/2006/relationships/slideLayout" Target="../slideLayouts/slideLayout16.xml"/><Relationship Id="rId10" Type="http://schemas.openxmlformats.org/officeDocument/2006/relationships/theme" Target="../theme/theme2.xml"/><Relationship Id="rId11" Type="http://schemas.openxmlformats.org/officeDocument/2006/relationships/image" Target="../media/image3.png"/><Relationship Id="rId12" Type="http://schemas.openxmlformats.org/officeDocument/2006/relationships/image" Target="../media/image4.png"/></Relationships>
</file>

<file path=ppt/slideMasters/_rels/slideMaster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7.xml"/><Relationship Id="rId2" Type="http://schemas.openxmlformats.org/officeDocument/2006/relationships/slideLayout" Target="../slideLayouts/slideLayout18.xml"/><Relationship Id="rId3" Type="http://schemas.openxmlformats.org/officeDocument/2006/relationships/theme" Target="../theme/theme3.xml"/><Relationship Id="rId4" Type="http://schemas.openxmlformats.org/officeDocument/2006/relationships/image" Target="../media/image3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preserve="1">
  <p:cSld name="">
    <p:bg>
      <p:bgPr shadeToTitle="0">
        <a:blipFill>
          <a:blip r:embed="rId9">
            <a:lum/>
          </a:blip>
          <a:stretch/>
        </a:blip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" name="Текст 2"/>
          <p:cNvSpPr>
            <a:spLocks noGrp="1"/>
          </p:cNvSpPr>
          <p:nvPr>
            <p:ph type="body" idx="1"/>
          </p:nvPr>
        </p:nvSpPr>
        <p:spPr bwMode="auto">
          <a:xfrm>
            <a:off x="378230" y="1274618"/>
            <a:ext cx="11270672" cy="432816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  <a:p>
            <a:pPr lvl="4">
              <a:defRPr/>
            </a:pPr>
            <a:endParaRPr lang="ru-RU"/>
          </a:p>
          <a:p>
            <a:pPr marL="342900" indent="-342900">
              <a:lnSpc>
                <a:spcPct val="150000"/>
              </a:lnSpc>
              <a:buSzPct val="200000"/>
              <a:buBlip>
                <a:blip r:embed="rId10"/>
              </a:buBlip>
              <a:defRPr/>
            </a:pPr>
            <a:r>
              <a:rPr lang="ru-RU" sz="1600">
                <a:solidFill>
                  <a:srgbClr val="0B0026"/>
                </a:solidFill>
                <a:latin typeface="Moscow University"/>
              </a:rPr>
              <a:t>Текст </a:t>
            </a:r>
            <a:r>
              <a:rPr lang="ru-RU" sz="1600">
                <a:solidFill>
                  <a:srgbClr val="0B0026"/>
                </a:solidFill>
                <a:latin typeface="Moscow University"/>
              </a:rPr>
              <a:t>текст</a:t>
            </a:r>
            <a:r>
              <a:rPr lang="ru-RU" sz="1600">
                <a:solidFill>
                  <a:srgbClr val="0B0026"/>
                </a:solidFill>
                <a:latin typeface="Moscow University"/>
              </a:rPr>
              <a:t> </a:t>
            </a:r>
            <a:r>
              <a:rPr lang="ru-RU" sz="1600">
                <a:solidFill>
                  <a:srgbClr val="0B0026"/>
                </a:solidFill>
                <a:latin typeface="Moscow University"/>
              </a:rPr>
              <a:t>текст</a:t>
            </a:r>
            <a:r>
              <a:rPr lang="ru-RU" sz="1600">
                <a:solidFill>
                  <a:srgbClr val="0B0026"/>
                </a:solidFill>
                <a:latin typeface="Moscow University"/>
              </a:rPr>
              <a:t> </a:t>
            </a:r>
            <a:r>
              <a:rPr lang="ru-RU" sz="1600">
                <a:solidFill>
                  <a:srgbClr val="0B0026"/>
                </a:solidFill>
                <a:latin typeface="Moscow University"/>
              </a:rPr>
              <a:t>текст</a:t>
            </a:r>
            <a:r>
              <a:rPr lang="ru-RU" sz="1600">
                <a:solidFill>
                  <a:srgbClr val="0B0026"/>
                </a:solidFill>
                <a:latin typeface="Moscow University"/>
              </a:rPr>
              <a:t> </a:t>
            </a:r>
            <a:r>
              <a:rPr lang="ru-RU" sz="1600">
                <a:solidFill>
                  <a:srgbClr val="0B0026"/>
                </a:solidFill>
                <a:latin typeface="Moscow University"/>
              </a:rPr>
              <a:t>текст</a:t>
            </a:r>
            <a:r>
              <a:rPr lang="ru-RU" sz="1600">
                <a:solidFill>
                  <a:srgbClr val="0B0026"/>
                </a:solidFill>
                <a:latin typeface="Moscow University"/>
              </a:rPr>
              <a:t> </a:t>
            </a:r>
            <a:r>
              <a:rPr lang="ru-RU" sz="1600">
                <a:solidFill>
                  <a:srgbClr val="0B0026"/>
                </a:solidFill>
                <a:latin typeface="Moscow University"/>
              </a:rPr>
              <a:t>текст</a:t>
            </a:r>
            <a:r>
              <a:rPr lang="ru-RU" sz="1600">
                <a:solidFill>
                  <a:srgbClr val="0B0026"/>
                </a:solidFill>
                <a:latin typeface="Moscow University"/>
              </a:rPr>
              <a:t> </a:t>
            </a:r>
            <a:r>
              <a:rPr lang="ru-RU" sz="1600">
                <a:solidFill>
                  <a:srgbClr val="0B0026"/>
                </a:solidFill>
                <a:latin typeface="Moscow University"/>
              </a:rPr>
              <a:t>текст</a:t>
            </a:r>
            <a:r>
              <a:rPr lang="ru-RU" sz="1600">
                <a:solidFill>
                  <a:srgbClr val="0B0026"/>
                </a:solidFill>
                <a:latin typeface="Moscow University"/>
              </a:rPr>
              <a:t> </a:t>
            </a:r>
            <a:r>
              <a:rPr lang="ru-RU" sz="1600">
                <a:solidFill>
                  <a:srgbClr val="0B0026"/>
                </a:solidFill>
                <a:latin typeface="Moscow University"/>
              </a:rPr>
              <a:t>текст</a:t>
            </a:r>
            <a:r>
              <a:rPr lang="ru-RU" sz="1600">
                <a:solidFill>
                  <a:srgbClr val="0B0026"/>
                </a:solidFill>
                <a:latin typeface="Moscow University"/>
              </a:rPr>
              <a:t> </a:t>
            </a:r>
            <a:r>
              <a:rPr lang="ru-RU" sz="1600">
                <a:solidFill>
                  <a:srgbClr val="0B0026"/>
                </a:solidFill>
                <a:latin typeface="Moscow University"/>
              </a:rPr>
              <a:t>текст</a:t>
            </a:r>
            <a:r>
              <a:rPr lang="ru-RU" sz="1600">
                <a:solidFill>
                  <a:srgbClr val="0B0026"/>
                </a:solidFill>
                <a:latin typeface="Moscow University"/>
              </a:rPr>
              <a:t> </a:t>
            </a:r>
            <a:r>
              <a:rPr lang="ru-RU" sz="1600">
                <a:solidFill>
                  <a:srgbClr val="0B0026"/>
                </a:solidFill>
                <a:latin typeface="Moscow University"/>
              </a:rPr>
              <a:t>текст</a:t>
            </a:r>
            <a:r>
              <a:rPr lang="ru-RU" sz="1600">
                <a:solidFill>
                  <a:srgbClr val="0B0026"/>
                </a:solidFill>
                <a:latin typeface="Moscow University"/>
              </a:rPr>
              <a:t> </a:t>
            </a:r>
            <a:r>
              <a:rPr lang="ru-RU" sz="1600">
                <a:solidFill>
                  <a:srgbClr val="0B0026"/>
                </a:solidFill>
                <a:latin typeface="Moscow University"/>
              </a:rPr>
              <a:t>текст</a:t>
            </a:r>
            <a:r>
              <a:rPr lang="ru-RU" sz="1600">
                <a:solidFill>
                  <a:srgbClr val="0B0026"/>
                </a:solidFill>
                <a:latin typeface="Moscow University"/>
              </a:rPr>
              <a:t> </a:t>
            </a:r>
            <a:r>
              <a:rPr lang="ru-RU" sz="1600">
                <a:solidFill>
                  <a:srgbClr val="0B0026"/>
                </a:solidFill>
                <a:latin typeface="Moscow University"/>
              </a:rPr>
              <a:t>текст</a:t>
            </a:r>
            <a:r>
              <a:rPr lang="ru-RU" sz="1600">
                <a:solidFill>
                  <a:srgbClr val="0B0026"/>
                </a:solidFill>
                <a:latin typeface="Moscow University"/>
              </a:rPr>
              <a:t> </a:t>
            </a:r>
            <a:r>
              <a:rPr lang="ru-RU" sz="1600">
                <a:solidFill>
                  <a:srgbClr val="0B0026"/>
                </a:solidFill>
                <a:latin typeface="Moscow University"/>
              </a:rPr>
              <a:t>текст</a:t>
            </a:r>
            <a:r>
              <a:rPr lang="ru-RU" sz="1600">
                <a:solidFill>
                  <a:srgbClr val="0B0026"/>
                </a:solidFill>
                <a:latin typeface="Moscow University"/>
              </a:rPr>
              <a:t> </a:t>
            </a:r>
            <a:r>
              <a:rPr lang="ru-RU" sz="1600">
                <a:solidFill>
                  <a:srgbClr val="0B0026"/>
                </a:solidFill>
                <a:latin typeface="Moscow University"/>
              </a:rPr>
              <a:t>текст</a:t>
            </a:r>
            <a:r>
              <a:rPr lang="ru-RU" sz="1600">
                <a:solidFill>
                  <a:srgbClr val="0B0026"/>
                </a:solidFill>
                <a:latin typeface="Moscow University"/>
              </a:rPr>
              <a:t> </a:t>
            </a:r>
            <a:r>
              <a:rPr lang="ru-RU" sz="1600">
                <a:solidFill>
                  <a:srgbClr val="0B0026"/>
                </a:solidFill>
                <a:latin typeface="Moscow University"/>
              </a:rPr>
              <a:t>текст</a:t>
            </a:r>
            <a:r>
              <a:rPr lang="ru-RU" sz="1600">
                <a:solidFill>
                  <a:srgbClr val="0B0026"/>
                </a:solidFill>
                <a:latin typeface="Moscow University"/>
              </a:rPr>
              <a:t> </a:t>
            </a:r>
            <a:r>
              <a:rPr lang="ru-RU" sz="1600">
                <a:solidFill>
                  <a:srgbClr val="0B0026"/>
                </a:solidFill>
                <a:latin typeface="Moscow University"/>
              </a:rPr>
              <a:t>текст</a:t>
            </a:r>
            <a:r>
              <a:rPr lang="ru-RU" sz="1600">
                <a:solidFill>
                  <a:srgbClr val="0B0026"/>
                </a:solidFill>
                <a:latin typeface="Moscow University"/>
              </a:rPr>
              <a:t> </a:t>
            </a:r>
            <a:r>
              <a:rPr lang="ru-RU" sz="1600">
                <a:solidFill>
                  <a:srgbClr val="0B0026"/>
                </a:solidFill>
                <a:latin typeface="Moscow University"/>
              </a:rPr>
              <a:t>текст</a:t>
            </a:r>
            <a:r>
              <a:rPr lang="ru-RU" sz="1600">
                <a:solidFill>
                  <a:srgbClr val="0B0026"/>
                </a:solidFill>
                <a:latin typeface="Moscow University"/>
              </a:rPr>
              <a:t> </a:t>
            </a:r>
            <a:r>
              <a:rPr lang="ru-RU" sz="1600">
                <a:solidFill>
                  <a:srgbClr val="0B0026"/>
                </a:solidFill>
                <a:latin typeface="Moscow University"/>
              </a:rPr>
              <a:t>текст</a:t>
            </a:r>
            <a:r>
              <a:rPr lang="ru-RU" sz="1600">
                <a:solidFill>
                  <a:srgbClr val="0B0026"/>
                </a:solidFill>
                <a:latin typeface="Moscow University"/>
              </a:rPr>
              <a:t> </a:t>
            </a:r>
            <a:r>
              <a:rPr lang="ru-RU" sz="1600">
                <a:solidFill>
                  <a:srgbClr val="0B0026"/>
                </a:solidFill>
                <a:latin typeface="Moscow University"/>
              </a:rPr>
              <a:t>текст</a:t>
            </a:r>
            <a:r>
              <a:rPr lang="ru-RU" sz="1600">
                <a:solidFill>
                  <a:srgbClr val="0B0026"/>
                </a:solidFill>
                <a:latin typeface="Moscow University"/>
              </a:rPr>
              <a:t> </a:t>
            </a:r>
            <a:r>
              <a:rPr lang="ru-RU" sz="1600">
                <a:solidFill>
                  <a:srgbClr val="0B0026"/>
                </a:solidFill>
                <a:latin typeface="Moscow University"/>
              </a:rPr>
              <a:t>текст</a:t>
            </a:r>
            <a:r>
              <a:rPr lang="ru-RU" sz="1600">
                <a:solidFill>
                  <a:srgbClr val="0B0026"/>
                </a:solidFill>
                <a:latin typeface="Moscow University"/>
              </a:rPr>
              <a:t> </a:t>
            </a:r>
            <a:r>
              <a:rPr lang="ru-RU" sz="1600">
                <a:solidFill>
                  <a:srgbClr val="0B0026"/>
                </a:solidFill>
                <a:latin typeface="Moscow University"/>
              </a:rPr>
              <a:t>текст</a:t>
            </a:r>
            <a:r>
              <a:rPr lang="ru-RU" sz="1600">
                <a:solidFill>
                  <a:srgbClr val="0B0026"/>
                </a:solidFill>
                <a:latin typeface="Moscow University"/>
              </a:rPr>
              <a:t> </a:t>
            </a:r>
            <a:endParaRPr/>
          </a:p>
          <a:p>
            <a:pPr marL="342900" indent="-342900">
              <a:lnSpc>
                <a:spcPct val="150000"/>
              </a:lnSpc>
              <a:buSzPct val="200000"/>
              <a:buBlip>
                <a:blip r:embed="rId10"/>
              </a:buBlip>
              <a:defRPr/>
            </a:pPr>
            <a:r>
              <a:rPr lang="ru-RU" sz="1600">
                <a:solidFill>
                  <a:srgbClr val="0B0026"/>
                </a:solidFill>
                <a:latin typeface="Moscow University"/>
              </a:rPr>
              <a:t>Текст </a:t>
            </a:r>
            <a:r>
              <a:rPr lang="ru-RU" sz="1600">
                <a:solidFill>
                  <a:srgbClr val="0B0026"/>
                </a:solidFill>
                <a:latin typeface="Moscow University"/>
              </a:rPr>
              <a:t>текст</a:t>
            </a:r>
            <a:r>
              <a:rPr lang="ru-RU" sz="1600">
                <a:solidFill>
                  <a:srgbClr val="0B0026"/>
                </a:solidFill>
                <a:latin typeface="Moscow University"/>
              </a:rPr>
              <a:t> </a:t>
            </a:r>
            <a:r>
              <a:rPr lang="ru-RU" sz="1600">
                <a:solidFill>
                  <a:srgbClr val="0B0026"/>
                </a:solidFill>
                <a:latin typeface="Moscow University"/>
              </a:rPr>
              <a:t>текст</a:t>
            </a:r>
            <a:r>
              <a:rPr lang="ru-RU" sz="1600">
                <a:solidFill>
                  <a:srgbClr val="0B0026"/>
                </a:solidFill>
                <a:latin typeface="Moscow University"/>
              </a:rPr>
              <a:t> </a:t>
            </a:r>
            <a:r>
              <a:rPr lang="ru-RU" sz="1600">
                <a:solidFill>
                  <a:srgbClr val="0B0026"/>
                </a:solidFill>
                <a:latin typeface="Moscow University"/>
              </a:rPr>
              <a:t>текст</a:t>
            </a:r>
            <a:r>
              <a:rPr lang="ru-RU" sz="1600">
                <a:solidFill>
                  <a:srgbClr val="0B0026"/>
                </a:solidFill>
                <a:latin typeface="Moscow University"/>
              </a:rPr>
              <a:t> </a:t>
            </a:r>
            <a:r>
              <a:rPr lang="ru-RU" sz="1600">
                <a:solidFill>
                  <a:srgbClr val="0B0026"/>
                </a:solidFill>
                <a:latin typeface="Moscow University"/>
              </a:rPr>
              <a:t>текст</a:t>
            </a:r>
            <a:r>
              <a:rPr lang="ru-RU" sz="1600">
                <a:solidFill>
                  <a:srgbClr val="0B0026"/>
                </a:solidFill>
                <a:latin typeface="Moscow University"/>
              </a:rPr>
              <a:t> </a:t>
            </a:r>
            <a:r>
              <a:rPr lang="ru-RU" sz="1600">
                <a:solidFill>
                  <a:srgbClr val="0B0026"/>
                </a:solidFill>
                <a:latin typeface="Moscow University"/>
              </a:rPr>
              <a:t>текст</a:t>
            </a:r>
            <a:r>
              <a:rPr lang="ru-RU" sz="1600">
                <a:solidFill>
                  <a:srgbClr val="0B0026"/>
                </a:solidFill>
                <a:latin typeface="Moscow University"/>
              </a:rPr>
              <a:t> </a:t>
            </a:r>
            <a:r>
              <a:rPr lang="ru-RU" sz="1600">
                <a:solidFill>
                  <a:srgbClr val="0B0026"/>
                </a:solidFill>
                <a:latin typeface="Moscow University"/>
              </a:rPr>
              <a:t>текст</a:t>
            </a:r>
            <a:r>
              <a:rPr lang="ru-RU" sz="1600">
                <a:solidFill>
                  <a:srgbClr val="0B0026"/>
                </a:solidFill>
                <a:latin typeface="Moscow University"/>
              </a:rPr>
              <a:t> </a:t>
            </a:r>
            <a:r>
              <a:rPr lang="ru-RU" sz="1600">
                <a:solidFill>
                  <a:srgbClr val="0B0026"/>
                </a:solidFill>
                <a:latin typeface="Moscow University"/>
              </a:rPr>
              <a:t>текст</a:t>
            </a:r>
            <a:r>
              <a:rPr lang="ru-RU" sz="1600">
                <a:solidFill>
                  <a:srgbClr val="0B0026"/>
                </a:solidFill>
                <a:latin typeface="Moscow University"/>
              </a:rPr>
              <a:t> </a:t>
            </a:r>
            <a:r>
              <a:rPr lang="ru-RU" sz="1600">
                <a:solidFill>
                  <a:srgbClr val="0B0026"/>
                </a:solidFill>
                <a:latin typeface="Moscow University"/>
              </a:rPr>
              <a:t>текст</a:t>
            </a:r>
            <a:r>
              <a:rPr lang="ru-RU" sz="1600">
                <a:solidFill>
                  <a:srgbClr val="0B0026"/>
                </a:solidFill>
                <a:latin typeface="Moscow University"/>
              </a:rPr>
              <a:t> </a:t>
            </a:r>
            <a:r>
              <a:rPr lang="ru-RU" sz="1600">
                <a:solidFill>
                  <a:srgbClr val="0B0026"/>
                </a:solidFill>
                <a:latin typeface="Moscow University"/>
              </a:rPr>
              <a:t>текст</a:t>
            </a:r>
            <a:r>
              <a:rPr lang="ru-RU" sz="1600">
                <a:solidFill>
                  <a:srgbClr val="0B0026"/>
                </a:solidFill>
                <a:latin typeface="Moscow University"/>
              </a:rPr>
              <a:t> </a:t>
            </a:r>
            <a:r>
              <a:rPr lang="ru-RU" sz="1600">
                <a:solidFill>
                  <a:srgbClr val="0B0026"/>
                </a:solidFill>
                <a:latin typeface="Moscow University"/>
              </a:rPr>
              <a:t>текст</a:t>
            </a:r>
            <a:r>
              <a:rPr lang="ru-RU" sz="1600">
                <a:solidFill>
                  <a:srgbClr val="0B0026"/>
                </a:solidFill>
                <a:latin typeface="Moscow University"/>
              </a:rPr>
              <a:t> </a:t>
            </a:r>
            <a:r>
              <a:rPr lang="ru-RU" sz="1600">
                <a:solidFill>
                  <a:srgbClr val="0B0026"/>
                </a:solidFill>
                <a:latin typeface="Moscow University"/>
              </a:rPr>
              <a:t>текст</a:t>
            </a:r>
            <a:r>
              <a:rPr lang="ru-RU" sz="1600">
                <a:solidFill>
                  <a:srgbClr val="0B0026"/>
                </a:solidFill>
                <a:latin typeface="Moscow University"/>
              </a:rPr>
              <a:t> </a:t>
            </a:r>
            <a:r>
              <a:rPr lang="ru-RU" sz="1600">
                <a:solidFill>
                  <a:srgbClr val="0B0026"/>
                </a:solidFill>
                <a:latin typeface="Moscow University"/>
              </a:rPr>
              <a:t>текст</a:t>
            </a:r>
            <a:r>
              <a:rPr lang="ru-RU" sz="1600">
                <a:solidFill>
                  <a:srgbClr val="0B0026"/>
                </a:solidFill>
                <a:latin typeface="Moscow University"/>
              </a:rPr>
              <a:t> </a:t>
            </a:r>
            <a:r>
              <a:rPr lang="ru-RU" sz="1600">
                <a:solidFill>
                  <a:srgbClr val="0B0026"/>
                </a:solidFill>
                <a:latin typeface="Moscow University"/>
              </a:rPr>
              <a:t>текст</a:t>
            </a:r>
            <a:r>
              <a:rPr lang="ru-RU" sz="1600">
                <a:solidFill>
                  <a:srgbClr val="0B0026"/>
                </a:solidFill>
                <a:latin typeface="Moscow University"/>
              </a:rPr>
              <a:t> </a:t>
            </a:r>
            <a:r>
              <a:rPr lang="ru-RU" sz="1600">
                <a:solidFill>
                  <a:srgbClr val="0B0026"/>
                </a:solidFill>
                <a:latin typeface="Moscow University"/>
              </a:rPr>
              <a:t>текст</a:t>
            </a:r>
            <a:r>
              <a:rPr lang="ru-RU" sz="1600">
                <a:solidFill>
                  <a:srgbClr val="0B0026"/>
                </a:solidFill>
                <a:latin typeface="Moscow University"/>
              </a:rPr>
              <a:t> </a:t>
            </a:r>
            <a:r>
              <a:rPr lang="ru-RU" sz="1600">
                <a:solidFill>
                  <a:srgbClr val="0B0026"/>
                </a:solidFill>
                <a:latin typeface="Moscow University"/>
              </a:rPr>
              <a:t>текст</a:t>
            </a:r>
            <a:r>
              <a:rPr lang="ru-RU" sz="1600">
                <a:solidFill>
                  <a:srgbClr val="0B0026"/>
                </a:solidFill>
                <a:latin typeface="Moscow University"/>
              </a:rPr>
              <a:t> </a:t>
            </a:r>
            <a:r>
              <a:rPr lang="ru-RU" sz="1600">
                <a:solidFill>
                  <a:srgbClr val="0B0026"/>
                </a:solidFill>
                <a:latin typeface="Moscow University"/>
              </a:rPr>
              <a:t>текст</a:t>
            </a:r>
            <a:r>
              <a:rPr lang="ru-RU" sz="1600">
                <a:solidFill>
                  <a:srgbClr val="0B0026"/>
                </a:solidFill>
                <a:latin typeface="Moscow University"/>
              </a:rPr>
              <a:t> </a:t>
            </a:r>
            <a:r>
              <a:rPr lang="ru-RU" sz="1600">
                <a:solidFill>
                  <a:srgbClr val="0B0026"/>
                </a:solidFill>
                <a:latin typeface="Moscow University"/>
              </a:rPr>
              <a:t>текст</a:t>
            </a:r>
            <a:r>
              <a:rPr lang="ru-RU" sz="1600">
                <a:solidFill>
                  <a:srgbClr val="0B0026"/>
                </a:solidFill>
                <a:latin typeface="Moscow University"/>
              </a:rPr>
              <a:t> </a:t>
            </a:r>
            <a:endParaRPr/>
          </a:p>
          <a:p>
            <a:pPr marL="342900" indent="-342900">
              <a:lnSpc>
                <a:spcPct val="150000"/>
              </a:lnSpc>
              <a:buSzPct val="200000"/>
              <a:buBlip>
                <a:blip r:embed="rId10"/>
              </a:buBlip>
              <a:defRPr/>
            </a:pPr>
            <a:r>
              <a:rPr lang="ru-RU" sz="1600">
                <a:solidFill>
                  <a:srgbClr val="0B0026"/>
                </a:solidFill>
                <a:latin typeface="Moscow University"/>
              </a:rPr>
              <a:t>Текст </a:t>
            </a:r>
            <a:endParaRPr/>
          </a:p>
          <a:p>
            <a:pPr lvl="4">
              <a:defRPr/>
            </a:pP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7823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  <a:latin typeface="Moscow University"/>
              </a:defRPr>
            </a:lvl1pPr>
          </a:lstStyle>
          <a:p>
            <a:pPr>
              <a:defRPr/>
            </a:pPr>
            <a:fld id="{78FBA86F-3969-424E-BF66-1900EAFA6A8E}" type="datetimeFigureOut">
              <a:rPr lang="ru-RU"/>
              <a:t/>
            </a:fld>
            <a:endParaRPr lang="ru-RU">
              <a:latin typeface="Moscow University"/>
            </a:endParaRPr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  <a:latin typeface="Moscow University"/>
              </a:defRPr>
            </a:lvl1pPr>
          </a:lstStyle>
          <a:p>
            <a:pPr>
              <a:defRPr/>
            </a:pPr>
            <a:fld id="{A59E9C92-888A-4702-9F01-76222400F383}" type="slidenum">
              <a:rPr lang="ru-RU"/>
              <a:t/>
            </a:fld>
            <a:endParaRPr lang="ru-RU">
              <a:latin typeface="Moscow University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l" defTabSz="914400">
        <a:lnSpc>
          <a:spcPct val="90000"/>
        </a:lnSpc>
        <a:spcBef>
          <a:spcPts val="0"/>
        </a:spcBef>
        <a:buNone/>
        <a:defRPr sz="2400">
          <a:solidFill>
            <a:schemeClr val="bg1"/>
          </a:solidFill>
          <a:latin typeface="Moscow University"/>
          <a:ea typeface="+mj-ea"/>
          <a:cs typeface="+mj-cs"/>
        </a:defRPr>
      </a:lvl1pPr>
    </p:titleStyle>
    <p:bodyStyle>
      <a:lvl1pPr marL="228600" indent="-228600" algn="l" defTabSz="914400">
        <a:lnSpc>
          <a:spcPct val="90000"/>
        </a:lnSpc>
        <a:spcBef>
          <a:spcPts val="1000"/>
        </a:spcBef>
        <a:buFont typeface="Arial"/>
        <a:buChar char="•"/>
        <a:defRPr sz="2400">
          <a:solidFill>
            <a:schemeClr val="tx1"/>
          </a:solidFill>
          <a:latin typeface="Moscow University"/>
          <a:ea typeface="+mn-ea"/>
          <a:cs typeface="+mn-cs"/>
        </a:defRPr>
      </a:lvl1pPr>
      <a:lvl2pPr marL="685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Moscow University"/>
          <a:ea typeface="+mn-ea"/>
          <a:cs typeface="+mn-cs"/>
        </a:defRPr>
      </a:lvl2pPr>
      <a:lvl3pPr marL="1143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600">
          <a:solidFill>
            <a:schemeClr val="tx1"/>
          </a:solidFill>
          <a:latin typeface="Moscow University"/>
          <a:ea typeface="+mn-ea"/>
          <a:cs typeface="+mn-cs"/>
        </a:defRPr>
      </a:lvl3pPr>
      <a:lvl4pPr marL="1600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600">
          <a:solidFill>
            <a:schemeClr val="tx1"/>
          </a:solidFill>
          <a:latin typeface="Moscow University"/>
          <a:ea typeface="+mn-ea"/>
          <a:cs typeface="+mn-cs"/>
        </a:defRPr>
      </a:lvl4pPr>
      <a:lvl5pPr marL="20574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600">
          <a:solidFill>
            <a:schemeClr val="tx1"/>
          </a:solidFill>
          <a:latin typeface="Moscow University"/>
          <a:ea typeface="+mn-ea"/>
          <a:cs typeface="+mn-cs"/>
        </a:defRPr>
      </a:lvl5pPr>
      <a:lvl6pPr marL="25146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preserve="1">
  <p:cSld name="">
    <p:bg>
      <p:bgPr shadeToTitle="0">
        <a:blipFill>
          <a:blip r:embed="rId11">
            <a:lum/>
          </a:blip>
          <a:stretch/>
        </a:blip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 bwMode="auto">
          <a:xfrm>
            <a:off x="1885603" y="22228"/>
            <a:ext cx="10515600" cy="57624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>
              <a:defRPr/>
            </a:pPr>
            <a:r>
              <a:rPr lang="ru-RU"/>
              <a:t>Тема слайда</a:t>
            </a:r>
            <a:endParaRPr/>
          </a:p>
        </p:txBody>
      </p:sp>
      <p:sp>
        <p:nvSpPr>
          <p:cNvPr id="4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  <a:latin typeface="Moscow University"/>
              </a:defRPr>
            </a:lvl1pPr>
          </a:lstStyle>
          <a:p>
            <a:pPr>
              <a:defRPr/>
            </a:pPr>
            <a:fld id="{B9674595-3129-4639-A4F2-F4DFF4C2111C}" type="datetimeFigureOut">
              <a:rPr lang="ru-RU"/>
              <a:t/>
            </a:fld>
            <a:endParaRPr lang="ru-RU">
              <a:latin typeface="Moscow University"/>
            </a:endParaRPr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  <a:latin typeface="Moscow University"/>
              </a:defRPr>
            </a:lvl1pPr>
          </a:lstStyle>
          <a:p>
            <a:pPr>
              <a:defRPr/>
            </a:pPr>
            <a:fld id="{7398209D-F494-474A-BCDA-899ED940DD55}" type="slidenum">
              <a:rPr lang="ru-RU"/>
              <a:t/>
            </a:fld>
            <a:endParaRPr lang="ru-RU">
              <a:latin typeface="Moscow University"/>
            </a:endParaRPr>
          </a:p>
        </p:txBody>
      </p:sp>
      <p:cxnSp>
        <p:nvCxnSpPr>
          <p:cNvPr id="7" name="Прямая соединительная линия 6"/>
          <p:cNvCxnSpPr>
            <a:cxnSpLocks/>
          </p:cNvCxnSpPr>
          <p:nvPr userDrawn="1"/>
        </p:nvCxnSpPr>
        <p:spPr bwMode="auto">
          <a:xfrm>
            <a:off x="0" y="613088"/>
            <a:ext cx="12280739" cy="370"/>
          </a:xfrm>
          <a:prstGeom prst="line">
            <a:avLst/>
          </a:prstGeom>
          <a:ln w="3810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3" name="Рисунок 12"/>
          <p:cNvPicPr>
            <a:picLocks noChangeAspect="1"/>
          </p:cNvPicPr>
          <p:nvPr userDrawn="1"/>
        </p:nvPicPr>
        <p:blipFill>
          <a:blip r:embed="rId12"/>
          <a:stretch/>
        </p:blipFill>
        <p:spPr bwMode="auto">
          <a:xfrm>
            <a:off x="180289" y="97309"/>
            <a:ext cx="1315822" cy="426085"/>
          </a:xfrm>
          <a:prstGeom prst="rect">
            <a:avLst/>
          </a:prstGeom>
        </p:spPr>
      </p:pic>
    </p:spTree>
  </p:cSld>
  <p:clrMap bg1="lt1" tx1="dk1" bg2="lt2" tx2="dk2" accent1="accent1" accent2="accent2" accent3="accent3" accent4="accent4" accent5="accent5" accent6="accent6" hlink="hlink" folHlink="folHlink"/>
  <p:sldLayoutIdLst>
    <p:sldLayoutId id="2147483657" r:id="rId1"/>
    <p:sldLayoutId id="2147483658" r:id="rId2"/>
    <p:sldLayoutId id="2147483659" r:id="rId3"/>
    <p:sldLayoutId id="2147483660" r:id="rId4"/>
    <p:sldLayoutId id="2147483661" r:id="rId5"/>
    <p:sldLayoutId id="2147483662" r:id="rId6"/>
    <p:sldLayoutId id="2147483663" r:id="rId7"/>
    <p:sldLayoutId id="2147483664" r:id="rId8"/>
    <p:sldLayoutId id="2147483665" r:id="rId9"/>
  </p:sldLayoutIdLst>
  <p:txStyles>
    <p:titleStyle>
      <a:lvl1pPr algn="l" defTabSz="914400">
        <a:lnSpc>
          <a:spcPct val="90000"/>
        </a:lnSpc>
        <a:spcBef>
          <a:spcPts val="0"/>
        </a:spcBef>
        <a:buNone/>
        <a:defRPr sz="2400">
          <a:solidFill>
            <a:schemeClr val="bg1"/>
          </a:solidFill>
          <a:latin typeface="Moscow University"/>
          <a:ea typeface="+mj-ea"/>
          <a:cs typeface="+mj-cs"/>
        </a:defRPr>
      </a:lvl1pPr>
    </p:titleStyle>
    <p:bodyStyle>
      <a:lvl1pPr marL="0" indent="0" algn="l" defTabSz="914400">
        <a:lnSpc>
          <a:spcPct val="90000"/>
        </a:lnSpc>
        <a:spcBef>
          <a:spcPts val="1000"/>
        </a:spcBef>
        <a:buFont typeface="Arial"/>
        <a:buNone/>
        <a:defRPr sz="24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4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0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preserve="1">
  <p:cSld name="">
    <p:bg>
      <p:bgPr shadeToTitle="0">
        <a:blipFill>
          <a:blip r:embed="rId4">
            <a:lum/>
          </a:blip>
          <a:stretch/>
        </a:blip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" name="Подзаголовок 2"/>
          <p:cNvSpPr txBox="1"/>
          <p:nvPr userDrawn="1"/>
        </p:nvSpPr>
        <p:spPr bwMode="auto">
          <a:xfrm>
            <a:off x="346229" y="3602038"/>
            <a:ext cx="11488505" cy="1655762"/>
          </a:xfrm>
          <a:prstGeom prst="rect">
            <a:avLst/>
          </a:prstGeom>
        </p:spPr>
        <p:txBody>
          <a:bodyPr/>
          <a:lstStyle>
            <a:lvl1pPr marL="0" indent="0" algn="l" defTabSz="914400">
              <a:lnSpc>
                <a:spcPct val="90000"/>
              </a:lnSpc>
              <a:spcBef>
                <a:spcPts val="1000"/>
              </a:spcBef>
              <a:buFont typeface="Arial"/>
              <a:buNone/>
              <a:defRPr sz="24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>
              <a:lnSpc>
                <a:spcPct val="90000"/>
              </a:lnSpc>
              <a:spcBef>
                <a:spcPts val="500"/>
              </a:spcBef>
              <a:buFont typeface="Arial"/>
              <a:buNone/>
              <a:defRPr sz="20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>
              <a:lnSpc>
                <a:spcPct val="90000"/>
              </a:lnSpc>
              <a:spcBef>
                <a:spcPts val="500"/>
              </a:spcBef>
              <a:buFont typeface="Arial"/>
              <a:buNone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>
              <a:lnSpc>
                <a:spcPct val="90000"/>
              </a:lnSpc>
              <a:spcBef>
                <a:spcPts val="500"/>
              </a:spcBef>
              <a:buFont typeface="Arial"/>
              <a:buNone/>
              <a:defRPr sz="16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>
              <a:lnSpc>
                <a:spcPct val="90000"/>
              </a:lnSpc>
              <a:spcBef>
                <a:spcPts val="500"/>
              </a:spcBef>
              <a:buFont typeface="Arial"/>
              <a:buNone/>
              <a:defRPr sz="16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>
              <a:lnSpc>
                <a:spcPct val="90000"/>
              </a:lnSpc>
              <a:spcBef>
                <a:spcPts val="500"/>
              </a:spcBef>
              <a:buFont typeface="Arial"/>
              <a:buNone/>
              <a:defRPr sz="16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>
              <a:lnSpc>
                <a:spcPct val="90000"/>
              </a:lnSpc>
              <a:spcBef>
                <a:spcPts val="500"/>
              </a:spcBef>
              <a:buFont typeface="Arial"/>
              <a:buNone/>
              <a:defRPr sz="16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>
              <a:lnSpc>
                <a:spcPct val="90000"/>
              </a:lnSpc>
              <a:spcBef>
                <a:spcPts val="500"/>
              </a:spcBef>
              <a:buFont typeface="Arial"/>
              <a:buNone/>
              <a:defRPr sz="16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>
              <a:lnSpc>
                <a:spcPct val="90000"/>
              </a:lnSpc>
              <a:spcBef>
                <a:spcPts val="500"/>
              </a:spcBef>
              <a:buFont typeface="Arial"/>
              <a:buNone/>
              <a:defRPr sz="16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/>
            </a:pPr>
            <a:endParaRPr lang="ru-RU">
              <a:latin typeface="Moscow University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7" r:id="rId1"/>
    <p:sldLayoutId id="2147483668" r:id="rId2"/>
  </p:sldLayoutIdLst>
  <p:txStyles>
    <p:titleStyle>
      <a:lvl1pPr algn="l" defTabSz="914400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>
        <a:lnSpc>
          <a:spcPct val="90000"/>
        </a:lnSpc>
        <a:spcBef>
          <a:spcPts val="1000"/>
        </a:spcBef>
        <a:buFont typeface="Arial"/>
        <a:buChar char="•"/>
        <a:defRPr sz="28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4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0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0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3" Type="http://schemas.openxmlformats.org/officeDocument/2006/relationships/image" Target="../media/image1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3" Type="http://schemas.openxmlformats.org/officeDocument/2006/relationships/image" Target="../media/image1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3" Type="http://schemas.openxmlformats.org/officeDocument/2006/relationships/image" Target="../media/image1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3" Type="http://schemas.openxmlformats.org/officeDocument/2006/relationships/image" Target="../media/image14.png"/><Relationship Id="rId4" Type="http://schemas.openxmlformats.org/officeDocument/2006/relationships/image" Target="../media/image1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3" Type="http://schemas.openxmlformats.org/officeDocument/2006/relationships/image" Target="../media/image16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3" Type="http://schemas.openxmlformats.org/officeDocument/2006/relationships/image" Target="../media/image17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3" Type="http://schemas.openxmlformats.org/officeDocument/2006/relationships/image" Target="../media/image18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3" Type="http://schemas.openxmlformats.org/officeDocument/2006/relationships/image" Target="../media/image19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3" Type="http://schemas.openxmlformats.org/officeDocument/2006/relationships/image" Target="../media/image20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3" Type="http://schemas.openxmlformats.org/officeDocument/2006/relationships/image" Target="../media/image2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3" Type="http://schemas.openxmlformats.org/officeDocument/2006/relationships/image" Target="../media/image2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3" Type="http://schemas.openxmlformats.org/officeDocument/2006/relationships/image" Target="../media/image23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3" Type="http://schemas.openxmlformats.org/officeDocument/2006/relationships/image" Target="../media/image24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3" Type="http://schemas.openxmlformats.org/officeDocument/2006/relationships/image" Target="../media/image25.png"/><Relationship Id="rId4" Type="http://schemas.openxmlformats.org/officeDocument/2006/relationships/image" Target="../media/image26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3" Type="http://schemas.openxmlformats.org/officeDocument/2006/relationships/image" Target="../media/image27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3" Type="http://schemas.openxmlformats.org/officeDocument/2006/relationships/image" Target="../media/image28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3" Type="http://schemas.openxmlformats.org/officeDocument/2006/relationships/image" Target="../media/image29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3" Type="http://schemas.openxmlformats.org/officeDocument/2006/relationships/image" Target="../media/image30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3" Type="http://schemas.openxmlformats.org/officeDocument/2006/relationships/image" Target="../media/image31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3" Type="http://schemas.openxmlformats.org/officeDocument/2006/relationships/image" Target="../media/image32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3" Type="http://schemas.openxmlformats.org/officeDocument/2006/relationships/image" Target="../media/image33.png"/><Relationship Id="rId4" Type="http://schemas.openxmlformats.org/officeDocument/2006/relationships/image" Target="../media/image34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3" Type="http://schemas.openxmlformats.org/officeDocument/2006/relationships/image" Target="../media/image35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3" Type="http://schemas.openxmlformats.org/officeDocument/2006/relationships/image" Target="../media/image36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3" Type="http://schemas.openxmlformats.org/officeDocument/2006/relationships/image" Target="../media/image37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3" Type="http://schemas.openxmlformats.org/officeDocument/2006/relationships/image" Target="../media/image38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3" Type="http://schemas.openxmlformats.org/officeDocument/2006/relationships/image" Target="../media/image39.png"/><Relationship Id="rId4" Type="http://schemas.openxmlformats.org/officeDocument/2006/relationships/image" Target="../media/image40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3" Type="http://schemas.openxmlformats.org/officeDocument/2006/relationships/image" Target="../media/image41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3" Type="http://schemas.openxmlformats.org/officeDocument/2006/relationships/image" Target="../media/image42.png"/><Relationship Id="rId4" Type="http://schemas.openxmlformats.org/officeDocument/2006/relationships/image" Target="../media/image43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3" Type="http://schemas.openxmlformats.org/officeDocument/2006/relationships/image" Target="../media/image44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3" Type="http://schemas.openxmlformats.org/officeDocument/2006/relationships/image" Target="../media/image45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3" Type="http://schemas.openxmlformats.org/officeDocument/2006/relationships/image" Target="../media/image46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3" Type="http://schemas.openxmlformats.org/officeDocument/2006/relationships/image" Target="../media/image47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3" Type="http://schemas.openxmlformats.org/officeDocument/2006/relationships/image" Target="../media/image48.png"/><Relationship Id="rId4" Type="http://schemas.openxmlformats.org/officeDocument/2006/relationships/image" Target="../media/image49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3" Type="http://schemas.openxmlformats.org/officeDocument/2006/relationships/image" Target="../media/image50.pn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3" Type="http://schemas.openxmlformats.org/officeDocument/2006/relationships/image" Target="../media/image51.pn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3" Type="http://schemas.openxmlformats.org/officeDocument/2006/relationships/image" Target="../media/image52.pn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3" Type="http://schemas.openxmlformats.org/officeDocument/2006/relationships/image" Target="../media/image53.png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3" Type="http://schemas.openxmlformats.org/officeDocument/2006/relationships/image" Target="../media/image54.png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3" Type="http://schemas.openxmlformats.org/officeDocument/2006/relationships/image" Target="../media/image55.png"/><Relationship Id="rId4" Type="http://schemas.openxmlformats.org/officeDocument/2006/relationships/image" Target="../media/image56.png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3" Type="http://schemas.openxmlformats.org/officeDocument/2006/relationships/image" Target="../media/image57.png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3" Type="http://schemas.openxmlformats.org/officeDocument/2006/relationships/image" Target="../media/image58.png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3" Type="http://schemas.openxmlformats.org/officeDocument/2006/relationships/image" Target="../media/image59.png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3" Type="http://schemas.openxmlformats.org/officeDocument/2006/relationships/image" Target="../media/image60.png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3" Type="http://schemas.openxmlformats.org/officeDocument/2006/relationships/image" Target="../media/image61.png"/><Relationship Id="rId4" Type="http://schemas.openxmlformats.org/officeDocument/2006/relationships/image" Target="../media/image62.png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3" Type="http://schemas.openxmlformats.org/officeDocument/2006/relationships/image" Target="../media/image63.png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3" Type="http://schemas.openxmlformats.org/officeDocument/2006/relationships/image" Target="../media/image64.png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3" Type="http://schemas.openxmlformats.org/officeDocument/2006/relationships/image" Target="../media/image65.png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3" Type="http://schemas.openxmlformats.org/officeDocument/2006/relationships/image" Target="../media/image66.png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3" Type="http://schemas.openxmlformats.org/officeDocument/2006/relationships/image" Target="../media/image67.png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3" Type="http://schemas.openxmlformats.org/officeDocument/2006/relationships/image" Target="../media/image68.png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3" Type="http://schemas.openxmlformats.org/officeDocument/2006/relationships/image" Target="../media/image69.png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3" Type="http://schemas.openxmlformats.org/officeDocument/2006/relationships/image" Target="../media/image70.png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3" Type="http://schemas.openxmlformats.org/officeDocument/2006/relationships/image" Target="../media/image71.png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3" Type="http://schemas.openxmlformats.org/officeDocument/2006/relationships/image" Target="../media/image72.png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3" Type="http://schemas.openxmlformats.org/officeDocument/2006/relationships/image" Target="../media/image73.png"/><Relationship Id="rId4" Type="http://schemas.openxmlformats.org/officeDocument/2006/relationships/image" Target="../media/image74.png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3" Type="http://schemas.openxmlformats.org/officeDocument/2006/relationships/image" Target="../media/image75.png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3" Type="http://schemas.openxmlformats.org/officeDocument/2006/relationships/image" Target="../media/image76.png"/><Relationship Id="rId4" Type="http://schemas.openxmlformats.org/officeDocument/2006/relationships/image" Target="../media/image77.png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3" Type="http://schemas.openxmlformats.org/officeDocument/2006/relationships/image" Target="../media/image78.png"/><Relationship Id="rId4" Type="http://schemas.openxmlformats.org/officeDocument/2006/relationships/image" Target="../media/image79.png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3" Type="http://schemas.openxmlformats.org/officeDocument/2006/relationships/image" Target="../media/image80.png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3" Type="http://schemas.openxmlformats.org/officeDocument/2006/relationships/image" Target="../media/image81.png"/><Relationship Id="rId4" Type="http://schemas.openxmlformats.org/officeDocument/2006/relationships/image" Target="../media/image82.png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3" Type="http://schemas.openxmlformats.org/officeDocument/2006/relationships/image" Target="../media/image83.png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3" Type="http://schemas.openxmlformats.org/officeDocument/2006/relationships/image" Target="../media/image84.png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3" Type="http://schemas.openxmlformats.org/officeDocument/2006/relationships/image" Target="../media/image85.png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3" Type="http://schemas.openxmlformats.org/officeDocument/2006/relationships/image" Target="../media/image86.png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3" Type="http://schemas.openxmlformats.org/officeDocument/2006/relationships/image" Target="../media/image87.png"/><Relationship Id="rId4" Type="http://schemas.openxmlformats.org/officeDocument/2006/relationships/image" Target="../media/image88.png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3" Type="http://schemas.openxmlformats.org/officeDocument/2006/relationships/image" Target="../media/image89.png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3" Type="http://schemas.openxmlformats.org/officeDocument/2006/relationships/image" Target="../media/image90.png"/><Relationship Id="rId4" Type="http://schemas.openxmlformats.org/officeDocument/2006/relationships/image" Target="../media/image91.png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3" Type="http://schemas.openxmlformats.org/officeDocument/2006/relationships/image" Target="../media/image92.png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3" Type="http://schemas.openxmlformats.org/officeDocument/2006/relationships/image" Target="../media/image93.png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3" Type="http://schemas.openxmlformats.org/officeDocument/2006/relationships/image" Target="../media/image94.png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title_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2514600"/>
            <a:ext cx="100584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4000" b="1">
                <a:solidFill>
                  <a:srgbClr val="1D00C3"/>
                </a:solidFill>
                <a:latin typeface="Arial"/>
              </a:rPr>
              <a:t>3D компьютерное зрение и графика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51560" y="3703320"/>
            <a:ext cx="100584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2200" b="1">
                <a:solidFill>
                  <a:srgbClr val="1D00C3"/>
                </a:solidFill>
                <a:latin typeface="Arial"/>
              </a:rPr>
              <a:t>Лекция 4. Двухвидовая геометрия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5532120"/>
            <a:ext cx="10058400" cy="2428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200"/>
              </a:spcAft>
            </a:pPr>
            <a:r>
              <a:rPr sz="1400" b="1">
                <a:solidFill>
                  <a:srgbClr val="1D00C3"/>
                </a:solidFill>
                <a:latin typeface="Arial"/>
              </a:rPr>
              <a:t>Жемчужников Дмитрий Сергеевич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 wrap="none"/>
          <a:lstStyle/>
          <a:p>
            <a:pPr algn="l"/>
            <a:r>
              <a:rPr sz="2000" b="0">
                <a:solidFill>
                  <a:srgbClr val="FFFFFF"/>
                </a:solidFill>
                <a:latin typeface="Moscow University"/>
              </a:rPr>
              <a:t>Что умеет одна камера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047488"/>
            <a:ext cx="11091672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900" b="1">
                <a:solidFill>
                  <a:srgbClr val="1D00C3"/>
                </a:solidFill>
                <a:latin typeface="Arial"/>
              </a:rPr>
              <a:t>Калиброванная камера: пиксель — это луч, по известным точкам — поза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486400"/>
            <a:ext cx="11091672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500" b="0">
                <a:solidFill>
                  <a:srgbClr val="6B6B76"/>
                </a:solidFill>
                <a:latin typeface="Arial"/>
              </a:rPr>
              <a:t>позу находит PnP, ошибочные пары «точка сцены — пиксель» отсеивает RANSAC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5897880"/>
            <a:ext cx="11091672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500" b="0">
                <a:solidFill>
                  <a:srgbClr val="7F5CFF"/>
                </a:solidFill>
                <a:latin typeface="Arial"/>
              </a:rPr>
              <a:t>потом позу уточняют по ошибке репроекции, как на семинаре 3; этот приём вернётся в конце лекции</a:t>
            </a:r>
          </a:p>
        </p:txBody>
      </p:sp>
      <p:pic>
        <p:nvPicPr>
          <p:cNvPr id="7" name="Picture 6" descr="one_camera_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271521"/>
            <a:ext cx="11091672" cy="3309117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 wrap="none"/>
          <a:lstStyle/>
          <a:p>
            <a:pPr algn="l"/>
            <a:r>
              <a:rPr sz="2000" b="0">
                <a:solidFill>
                  <a:srgbClr val="FFFFFF"/>
                </a:solidFill>
                <a:latin typeface="Moscow University"/>
              </a:rPr>
              <a:t>Что меняется: сцены нет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047488"/>
            <a:ext cx="11091672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900" b="1">
                <a:solidFill>
                  <a:srgbClr val="1D00C3"/>
                </a:solidFill>
                <a:latin typeface="Arial"/>
              </a:rPr>
              <a:t>Сцены нет: есть только два снимка и пары точек — соответствия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486400"/>
            <a:ext cx="11091672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500" b="0">
                <a:solidFill>
                  <a:srgbClr val="6B6B76"/>
                </a:solidFill>
                <a:latin typeface="Arial"/>
              </a:rPr>
              <a:t>точки одного луча первой камеры попадают в один пиксель, а на втором снимке ложатся на прямую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5897880"/>
            <a:ext cx="11091672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500" b="0">
                <a:solidFill>
                  <a:srgbClr val="7F5CFF"/>
                </a:solidFill>
                <a:latin typeface="Arial"/>
              </a:rPr>
              <a:t>вопрос лекции: что можно узнать о сцене и о движении камеры по двум снимкам и соответствиям</a:t>
            </a:r>
          </a:p>
        </p:txBody>
      </p:sp>
      <p:pic>
        <p:nvPicPr>
          <p:cNvPr id="7" name="Picture 6" descr="ray_second_vie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39" y="1307931"/>
            <a:ext cx="11091672" cy="3236296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 wrap="none"/>
          <a:lstStyle/>
          <a:p>
            <a:pPr algn="l"/>
            <a:r>
              <a:rPr sz="2000" b="0">
                <a:solidFill>
                  <a:srgbClr val="FFFFFF"/>
                </a:solidFill>
                <a:latin typeface="Moscow University"/>
              </a:rPr>
              <a:t>Что будет к концу лекции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047488"/>
            <a:ext cx="11091672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900" b="1">
                <a:solidFill>
                  <a:srgbClr val="1D00C3"/>
                </a:solidFill>
                <a:latin typeface="Arial"/>
              </a:rPr>
              <a:t>Из двух снимков и пар точек получаются позы камер и облако точек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486400"/>
            <a:ext cx="11091672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500" b="0">
                <a:solidFill>
                  <a:srgbClr val="6B6B76"/>
                </a:solidFill>
                <a:latin typeface="Arial"/>
              </a:rPr>
              <a:t>оранжевые точки — одни и те же пары на обоих снимках и в облаке; зелёное — точки детали и пола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5897880"/>
            <a:ext cx="11091672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500" b="0">
                <a:solidFill>
                  <a:srgbClr val="7F5CFF"/>
                </a:solidFill>
                <a:latin typeface="Arial"/>
              </a:rPr>
              <a:t>ни сцена, ни поза второй камеры заранее не известны: всё получено из двух снимков и пар точек</a:t>
            </a:r>
          </a:p>
        </p:txBody>
      </p:sp>
      <p:pic>
        <p:nvPicPr>
          <p:cNvPr id="7" name="Picture 6" descr="pair_result_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141071"/>
            <a:ext cx="11091672" cy="3570016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 wrap="none"/>
          <a:lstStyle/>
          <a:p>
            <a:pPr algn="l"/>
            <a:r>
              <a:rPr sz="2000" b="0">
                <a:solidFill>
                  <a:srgbClr val="FFFFFF"/>
                </a:solidFill>
                <a:latin typeface="Moscow University"/>
              </a:rPr>
              <a:t>Шаг в сторону</a:t>
            </a:r>
          </a:p>
        </p:txBody>
      </p:sp>
      <p:pic>
        <p:nvPicPr>
          <p:cNvPr id="4" name="Picture 3" descr="head_shif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94829" y="173736"/>
            <a:ext cx="1846650" cy="29260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5047488"/>
            <a:ext cx="11091672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900" b="1">
                <a:solidFill>
                  <a:srgbClr val="1D00C3"/>
                </a:solidFill>
                <a:latin typeface="Arial"/>
              </a:rPr>
              <a:t>Камера шагнула в сторону: близкое сдвигается сильно, далёкое — слабо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5486400"/>
            <a:ext cx="11091672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500" b="0">
                <a:solidFill>
                  <a:srgbClr val="6B6B76"/>
                </a:solidFill>
                <a:latin typeface="Arial"/>
              </a:rPr>
              <a:t>сдвиг зависит от глубины, а не от места в кадре: две точки стены на 3,6 м сдвинулись одинаково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5897880"/>
            <a:ext cx="11091672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500" b="0">
                <a:solidFill>
                  <a:srgbClr val="7F5CFF"/>
                </a:solidFill>
                <a:latin typeface="Arial"/>
              </a:rPr>
              <a:t>вдвое дальше — вдвое меньше сдвиг; зная шаг камеры, по сдвигу можно найти глубину</a:t>
            </a:r>
          </a:p>
        </p:txBody>
      </p:sp>
      <p:pic>
        <p:nvPicPr>
          <p:cNvPr id="8" name="Picture 7" descr="parallax_arrows_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8640" y="970599"/>
            <a:ext cx="11091672" cy="391096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 wrap="none"/>
          <a:lstStyle/>
          <a:p>
            <a:pPr algn="l"/>
            <a:r>
              <a:rPr sz="2000" b="0">
                <a:solidFill>
                  <a:srgbClr val="FFFFFF"/>
                </a:solidFill>
                <a:latin typeface="Moscow University"/>
              </a:rPr>
              <a:t>Сдвиг против обратной глубины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047488"/>
            <a:ext cx="11091672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900" b="1">
                <a:solidFill>
                  <a:srgbClr val="1D00C3"/>
                </a:solidFill>
                <a:latin typeface="Arial"/>
              </a:rPr>
              <a:t>Сдвиг пропорционален обратной глубине: все точки на одной прямой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486400"/>
            <a:ext cx="11091672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500" b="0">
                <a:solidFill>
                  <a:srgbClr val="6B6B76"/>
                </a:solidFill>
                <a:latin typeface="Arial"/>
              </a:rPr>
              <a:t>восемь точек легли на одну прямую через ноль; бесконечно далёкая точка не сдвигается вовсе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5897880"/>
            <a:ext cx="11091672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500" b="0">
                <a:solidFill>
                  <a:srgbClr val="7F5CFF"/>
                </a:solidFill>
                <a:latin typeface="Arial"/>
              </a:rPr>
              <a:t>всё далёкое сжато у нуля: там сдвиги малы, и небольшая ошибка сдвига сильно меняет глубину</a:t>
            </a:r>
          </a:p>
        </p:txBody>
      </p:sp>
      <p:pic>
        <p:nvPicPr>
          <p:cNvPr id="7" name="Picture 6" descr="parallax_inverse_depth_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959848"/>
            <a:ext cx="11091672" cy="3932463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 wrap="none"/>
          <a:lstStyle/>
          <a:p>
            <a:pPr algn="l"/>
            <a:r>
              <a:rPr sz="2000" b="0">
                <a:solidFill>
                  <a:srgbClr val="FFFFFF"/>
                </a:solidFill>
                <a:latin typeface="Moscow University"/>
              </a:rPr>
              <a:t>Поворот на месте глубины не даёт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047488"/>
            <a:ext cx="11091672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900" b="1">
                <a:solidFill>
                  <a:srgbClr val="1D00C3"/>
                </a:solidFill>
                <a:latin typeface="Arial"/>
              </a:rPr>
              <a:t>Поворот сдвигает близкое и далёкое одинаково; глубину даёт только шаг камеры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486400"/>
            <a:ext cx="11091672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500" b="0">
                <a:solidFill>
                  <a:srgbClr val="6B6B76"/>
                </a:solidFill>
                <a:latin typeface="Arial"/>
              </a:rPr>
              <a:t>при повороте сдвиг зависит только от места в кадре; при шаге близкая точка уходит дальше далёкой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5897880"/>
            <a:ext cx="11091672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500" b="0">
                <a:solidFill>
                  <a:srgbClr val="7F5CFF"/>
                </a:solidFill>
                <a:latin typeface="Arial"/>
              </a:rPr>
              <a:t>если камера только повернулась, глубины нет вовсе; так склеивают панорамы (конец лекции)</a:t>
            </a:r>
          </a:p>
        </p:txBody>
      </p:sp>
      <p:pic>
        <p:nvPicPr>
          <p:cNvPr id="7" name="Picture 6" descr="rotation_vs_translation_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960358"/>
            <a:ext cx="11091672" cy="3931443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 wrap="none"/>
          <a:lstStyle/>
          <a:p>
            <a:pPr algn="l"/>
            <a:r>
              <a:rPr sz="2000" b="0">
                <a:solidFill>
                  <a:srgbClr val="FFFFFF"/>
                </a:solidFill>
                <a:latin typeface="Moscow University"/>
              </a:rPr>
              <a:t>Неизвестны и сцена, и движение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047488"/>
            <a:ext cx="11091672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900" b="1">
                <a:solidFill>
                  <a:srgbClr val="1D00C3"/>
                </a:solidFill>
                <a:latin typeface="Arial"/>
              </a:rPr>
              <a:t>Точки нужны, чтобы найти движение, а движение — чтобы найти точки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486400"/>
            <a:ext cx="11091672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500" b="0">
                <a:solidFill>
                  <a:srgbClr val="6B6B76"/>
                </a:solidFill>
                <a:latin typeface="Arial"/>
              </a:rPr>
              <a:t>известны только пиксели — линии графа; позы камер и точки сцены предстоит найти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5897880"/>
            <a:ext cx="11091672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500" b="0">
                <a:solidFill>
                  <a:srgbClr val="7F5CFF"/>
                </a:solidFill>
                <a:latin typeface="Arial"/>
              </a:rPr>
              <a:t>решают по частям: сначала движение по парам точек — соответствиям, потом сами точки</a:t>
            </a:r>
          </a:p>
        </p:txBody>
      </p:sp>
      <p:pic>
        <p:nvPicPr>
          <p:cNvPr id="7" name="Picture 6" descr="sfm_graph_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107284"/>
            <a:ext cx="11091672" cy="3637591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 wrap="none"/>
          <a:lstStyle/>
          <a:p>
            <a:pPr algn="l"/>
            <a:r>
              <a:rPr sz="2000" b="0">
                <a:solidFill>
                  <a:srgbClr val="FFFFFF"/>
                </a:solidFill>
                <a:latin typeface="Moscow University"/>
              </a:rPr>
              <a:t>Сколько точек нужно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047488"/>
            <a:ext cx="11091672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900" b="1">
                <a:solidFill>
                  <a:srgbClr val="1D00C3"/>
                </a:solidFill>
                <a:latin typeface="Arial"/>
              </a:rPr>
              <a:t>Пяти точек хватает: каждая даёт на одно наблюдение больше, чем неизвестных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486400"/>
            <a:ext cx="11091672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500" b="0">
                <a:solidFill>
                  <a:srgbClr val="6B6B76"/>
                </a:solidFill>
                <a:latin typeface="Arial"/>
              </a:rPr>
              <a:t>движение — 5 чисел; точка вносит 3 неизвестных и даёт 4 наблюдения, по 2 на каждом снимке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5897880"/>
            <a:ext cx="11091672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500" b="0">
                <a:solidFill>
                  <a:srgbClr val="7F5CFF"/>
                </a:solidFill>
                <a:latin typeface="Arial"/>
              </a:rPr>
              <a:t>без K нужно семь точек, с третьим снимком хватает четырёх; решатели на пять и семь пар — дальше в лекции</a:t>
            </a:r>
          </a:p>
        </p:txBody>
      </p:sp>
      <p:pic>
        <p:nvPicPr>
          <p:cNvPr id="7" name="Picture 6" descr="min_points_vs_views_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042250"/>
            <a:ext cx="11091672" cy="3767659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 wrap="none"/>
          <a:lstStyle/>
          <a:p>
            <a:pPr algn="l"/>
            <a:r>
              <a:rPr sz="2000" b="0">
                <a:solidFill>
                  <a:srgbClr val="FFFFFF"/>
                </a:solidFill>
                <a:latin typeface="Moscow University"/>
              </a:rPr>
              <a:t>Что нельзя восстановить в принципе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047488"/>
            <a:ext cx="11091672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900" b="1">
                <a:solidFill>
                  <a:srgbClr val="1D00C3"/>
                </a:solidFill>
                <a:latin typeface="Arial"/>
              </a:rPr>
              <a:t>Сдвиг, поворот и масштаб всей сцены вместе с камерами снимки не меняют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486400"/>
            <a:ext cx="11091672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500" b="0">
                <a:solidFill>
                  <a:srgbClr val="6B6B76"/>
                </a:solidFill>
                <a:latin typeface="Arial"/>
              </a:rPr>
              <a:t>по снимкам не найти, где пара стоит в мире, как она повёрнута и какого она размера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5897880"/>
            <a:ext cx="11091672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500" b="0">
                <a:solidFill>
                  <a:srgbClr val="7F5CFF"/>
                </a:solidFill>
                <a:latin typeface="Arial"/>
              </a:rPr>
              <a:t>поэтому начало координат ставят в первую камеру, а длину базы берут за единицу; метры приходят извне</a:t>
            </a:r>
          </a:p>
        </p:txBody>
      </p:sp>
      <p:pic>
        <p:nvPicPr>
          <p:cNvPr id="7" name="Picture 6" descr="gauge_similarity_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39" y="947487"/>
            <a:ext cx="11091672" cy="3957185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 wrap="none"/>
          <a:lstStyle/>
          <a:p>
            <a:pPr algn="l"/>
            <a:r>
              <a:rPr sz="2000" b="0">
                <a:solidFill>
                  <a:srgbClr val="FFFFFF"/>
                </a:solidFill>
                <a:latin typeface="Moscow University"/>
              </a:rPr>
              <a:t>Карта лекции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047488"/>
            <a:ext cx="11091672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900" b="1">
                <a:solidFill>
                  <a:srgbClr val="1D00C3"/>
                </a:solidFill>
                <a:latin typeface="Arial"/>
              </a:rPr>
              <a:t>Лекция отвечает на четыре вопроса о паре снимков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486400"/>
            <a:ext cx="11091672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500" b="0">
                <a:solidFill>
                  <a:srgbClr val="6B6B76"/>
                </a:solidFill>
                <a:latin typeface="Arial"/>
              </a:rPr>
              <a:t>вопросы идут по порядку: каждый следующий опирается на ответ предыдущего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5897880"/>
            <a:ext cx="11091672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500" b="0">
                <a:solidFill>
                  <a:srgbClr val="7F5CFF"/>
                </a:solidFill>
                <a:latin typeface="Arial"/>
              </a:rPr>
              <a:t>в конце — что остаётся без K и как те же шаги пройдут на семинаре 4</a:t>
            </a:r>
          </a:p>
        </p:txBody>
      </p:sp>
      <p:pic>
        <p:nvPicPr>
          <p:cNvPr id="7" name="Picture 6" descr="chapter_map_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361237"/>
            <a:ext cx="11091672" cy="3129685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 wrap="none"/>
          <a:lstStyle/>
          <a:p>
            <a:pPr algn="l"/>
            <a:r>
              <a:rPr sz="2000" b="0">
                <a:solidFill>
                  <a:srgbClr val="FFFFFF"/>
                </a:solidFill>
                <a:latin typeface="Moscow University"/>
              </a:rPr>
              <a:t>Луч становится прямой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047488"/>
            <a:ext cx="11091672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900" b="1">
                <a:solidFill>
                  <a:srgbClr val="1D00C3"/>
                </a:solidFill>
                <a:latin typeface="Arial"/>
              </a:rPr>
              <a:t>Точка снимка 1 — это луч; на снимке 2 этот луч виден как прямая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486400"/>
            <a:ext cx="11091672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500" b="0">
                <a:solidFill>
                  <a:srgbClr val="6B6B76"/>
                </a:solidFill>
                <a:latin typeface="Arial"/>
              </a:rPr>
              <a:t>точки одного луча на разной глубине попадают в один пиксель снимка 1 и ложатся на одну прямую снимка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5897880"/>
            <a:ext cx="11091672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500" b="0">
                <a:solidFill>
                  <a:srgbClr val="7F5CFF"/>
                </a:solidFill>
                <a:latin typeface="Arial"/>
              </a:rPr>
              <a:t>пара точек — соответствие; вторую точку пары ищут на этой прямой — ответ на первый вопрос лекции</a:t>
            </a:r>
          </a:p>
        </p:txBody>
      </p:sp>
      <p:pic>
        <p:nvPicPr>
          <p:cNvPr id="7" name="Picture 6" descr="three_rays_to_lines_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991725"/>
            <a:ext cx="11091672" cy="3868709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 wrap="none"/>
          <a:lstStyle/>
          <a:p>
            <a:pPr algn="l"/>
            <a:r>
              <a:rPr sz="2000" b="0">
                <a:solidFill>
                  <a:srgbClr val="FFFFFF"/>
                </a:solidFill>
                <a:latin typeface="Moscow University"/>
              </a:rPr>
              <a:t>Поиск из двумерного становится одномерным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047488"/>
            <a:ext cx="11091672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900" b="1">
                <a:solidFill>
                  <a:srgbClr val="1D00C3"/>
                </a:solidFill>
                <a:latin typeface="Arial"/>
              </a:rPr>
              <a:t>Пару ищут не по всему кадру, а в узкой полосе вдоль прямой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486400"/>
            <a:ext cx="11091672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500" b="0">
                <a:solidFill>
                  <a:srgbClr val="6B6B76"/>
                </a:solidFill>
                <a:latin typeface="Arial"/>
              </a:rPr>
              <a:t>полоса шириной 4 px вдоль прямой в 128 раз меньше кадра; вдоль полосы остаётся один параметр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5897880"/>
            <a:ext cx="11091672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500" b="0">
                <a:solidFill>
                  <a:srgbClr val="7F5CFF"/>
                </a:solidFill>
                <a:latin typeface="Arial"/>
              </a:rPr>
              <a:t>прямую строят по положению камер, а его находят по грубым парам, сопоставленным по дескрипторам (лекция 5)</a:t>
            </a:r>
          </a:p>
        </p:txBody>
      </p:sp>
      <p:pic>
        <p:nvPicPr>
          <p:cNvPr id="7" name="Picture 6" descr="search_band_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39" y="1102226"/>
            <a:ext cx="11091672" cy="3647707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 wrap="none"/>
          <a:lstStyle/>
          <a:p>
            <a:pPr algn="l"/>
            <a:r>
              <a:rPr sz="2000" b="0">
                <a:solidFill>
                  <a:srgbClr val="FFFFFF"/>
                </a:solidFill>
                <a:latin typeface="Moscow University"/>
              </a:rPr>
              <a:t>База и пучок плоскостей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047488"/>
            <a:ext cx="11091672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900" b="1">
                <a:solidFill>
                  <a:srgbClr val="1D00C3"/>
                </a:solidFill>
                <a:latin typeface="Arial"/>
              </a:rPr>
              <a:t>Каждая плоскость через базу режет оба снимка по паре прямых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486400"/>
            <a:ext cx="11091672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500" b="0">
                <a:solidFill>
                  <a:srgbClr val="6B6B76"/>
                </a:solidFill>
                <a:latin typeface="Arial"/>
              </a:rPr>
              <a:t>база — отрезок между центрами камер; плоскости через неё — эпиполярные, их следы — эпиполярные прямые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5897880"/>
            <a:ext cx="11091672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500" b="0">
                <a:solidFill>
                  <a:srgbClr val="7F5CFF"/>
                </a:solidFill>
                <a:latin typeface="Arial"/>
              </a:rPr>
              <a:t>плоскость выбирает уже точка снимка 1, без глубины; поэтому прямую на снимке 2 строят до поиска пары</a:t>
            </a:r>
          </a:p>
        </p:txBody>
      </p:sp>
      <p:pic>
        <p:nvPicPr>
          <p:cNvPr id="7" name="Picture 6" descr="plane_pencil_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8121" y="914400"/>
            <a:ext cx="10252709" cy="4023359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 wrap="none"/>
          <a:lstStyle/>
          <a:p>
            <a:pPr algn="l"/>
            <a:r>
              <a:rPr sz="2000" b="0">
                <a:solidFill>
                  <a:srgbClr val="FFFFFF"/>
                </a:solidFill>
                <a:latin typeface="Moscow University"/>
              </a:rPr>
              <a:t>Эпиполь: где видна другая камера</a:t>
            </a:r>
          </a:p>
        </p:txBody>
      </p:sp>
      <p:pic>
        <p:nvPicPr>
          <p:cNvPr id="4" name="Picture 3" descr="head_epipol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746812" y="173736"/>
            <a:ext cx="1094667" cy="29260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5047488"/>
            <a:ext cx="11091672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900" b="1">
                <a:solidFill>
                  <a:srgbClr val="1D00C3"/>
                </a:solidFill>
                <a:latin typeface="Arial"/>
              </a:rPr>
              <a:t>Все эпиполярные прямые снимка проходят через эпиполь — образ другой камеры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5486400"/>
            <a:ext cx="11091672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500" b="0">
                <a:solidFill>
                  <a:srgbClr val="6B6B76"/>
                </a:solidFill>
                <a:latin typeface="Arial"/>
              </a:rPr>
              <a:t>пять точек снимка 1 дают пять прямых на снимке 2; за краем кадра прямые сходятся в одной точке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5897880"/>
            <a:ext cx="11091672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500" b="0">
                <a:solidFill>
                  <a:srgbClr val="7F5CFF"/>
                </a:solidFill>
                <a:latin typeface="Arial"/>
              </a:rPr>
              <a:t>эпиполь зависит только от положения камер, не от сцены; он бывает и за кадром</a:t>
            </a:r>
          </a:p>
        </p:txBody>
      </p:sp>
      <p:pic>
        <p:nvPicPr>
          <p:cNvPr id="8" name="Picture 7" descr="lines_through_epipole_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8640" y="1164582"/>
            <a:ext cx="11091672" cy="3522994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 wrap="none"/>
          <a:lstStyle/>
          <a:p>
            <a:pPr algn="l"/>
            <a:r>
              <a:rPr sz="2000" b="0">
                <a:solidFill>
                  <a:srgbClr val="FFFFFF"/>
                </a:solidFill>
                <a:latin typeface="Moscow University"/>
              </a:rPr>
              <a:t>Прямая упорядочена по глубине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047488"/>
            <a:ext cx="11091672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900" b="1">
                <a:solidFill>
                  <a:srgbClr val="1D00C3"/>
                </a:solidFill>
                <a:latin typeface="Arial"/>
              </a:rPr>
              <a:t>Место пары на прямой задаёт глубину точки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486400"/>
            <a:ext cx="11091672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500" b="0">
                <a:solidFill>
                  <a:srgbClr val="6B6B76"/>
                </a:solidFill>
                <a:latin typeface="Arial"/>
              </a:rPr>
              <a:t>камера 2 видит точки луча камеры 1 по порядку: от эпиполя, где сама камера 1, до точки схода луча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5897880"/>
            <a:ext cx="11091672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500" b="0">
                <a:solidFill>
                  <a:srgbClr val="7F5CFF"/>
                </a:solidFill>
                <a:latin typeface="Arial"/>
              </a:rPr>
              <a:t>найти пару на прямой — значит узнать глубину; у далёких точек шаг на пиксель сильно меняет глубину</a:t>
            </a:r>
          </a:p>
        </p:txBody>
      </p:sp>
      <p:pic>
        <p:nvPicPr>
          <p:cNvPr id="7" name="Picture 6" descr="epiline_depths_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030173"/>
            <a:ext cx="11091672" cy="3791813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 wrap="none"/>
          <a:lstStyle/>
          <a:p>
            <a:pPr algn="l"/>
            <a:r>
              <a:rPr sz="2000" b="0">
                <a:solidFill>
                  <a:srgbClr val="FFFFFF"/>
                </a:solidFill>
                <a:latin typeface="Moscow University"/>
              </a:rPr>
              <a:t>Сходящиеся камеры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047488"/>
            <a:ext cx="11091672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900" b="1">
                <a:solidFill>
                  <a:srgbClr val="1D00C3"/>
                </a:solidFill>
                <a:latin typeface="Arial"/>
              </a:rPr>
              <a:t>Камеры смотрят на предмет с двух сторон: эпиполи за краями кадров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486400"/>
            <a:ext cx="11091672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500" b="0">
                <a:solidFill>
                  <a:srgbClr val="6B6B76"/>
                </a:solidFill>
                <a:latin typeface="Arial"/>
              </a:rPr>
              <a:t>продолженные прямые сходятся: на снимке 1 справа, где камера 2; на снимке 2 слева, где камера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5897880"/>
            <a:ext cx="11091672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500" b="0">
                <a:solidFill>
                  <a:srgbClr val="7F5CFF"/>
                </a:solidFill>
                <a:latin typeface="Arial"/>
              </a:rPr>
              <a:t>эпиполь показывает, куда сдвинулась камера, даже когда её нет в кадре</a:t>
            </a:r>
          </a:p>
        </p:txBody>
      </p:sp>
      <p:pic>
        <p:nvPicPr>
          <p:cNvPr id="7" name="Picture 6" descr="converging_pair_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211127"/>
            <a:ext cx="11091672" cy="3429905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 wrap="none"/>
          <a:lstStyle/>
          <a:p>
            <a:pPr algn="l"/>
            <a:r>
              <a:rPr sz="2000" b="0">
                <a:solidFill>
                  <a:srgbClr val="FFFFFF"/>
                </a:solidFill>
                <a:latin typeface="Moscow University"/>
              </a:rPr>
              <a:t>Стереопара: прямые — строки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047488"/>
            <a:ext cx="11091672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900" b="1">
                <a:solidFill>
                  <a:srgbClr val="1D00C3"/>
                </a:solidFill>
                <a:latin typeface="Arial"/>
              </a:rPr>
              <a:t>Сдвиг вбок без поворота: эпиполь в бесконечности, прямые — строки кадра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486400"/>
            <a:ext cx="11091672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500" b="0">
                <a:solidFill>
                  <a:srgbClr val="6B6B76"/>
                </a:solidFill>
                <a:latin typeface="Arial"/>
              </a:rPr>
              <a:t>каждая пара лежит на той же строке, что и точка снимка 1; сдвиг идёт только вдоль строки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5897880"/>
            <a:ext cx="11091672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500" b="0">
                <a:solidFill>
                  <a:srgbClr val="7F5CFF"/>
                </a:solidFill>
                <a:latin typeface="Arial"/>
              </a:rPr>
              <a:t>поиск пары сводится к просмотру одной строки; к такому виду пару приводят нарочно — ректификацией</a:t>
            </a:r>
          </a:p>
        </p:txBody>
      </p:sp>
      <p:pic>
        <p:nvPicPr>
          <p:cNvPr id="7" name="Picture 6" descr="stereo_rows_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938221"/>
            <a:ext cx="11091672" cy="3975716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 wrap="none"/>
          <a:lstStyle/>
          <a:p>
            <a:pPr algn="l"/>
            <a:r>
              <a:rPr sz="2000" b="0">
                <a:solidFill>
                  <a:srgbClr val="FFFFFF"/>
                </a:solidFill>
                <a:latin typeface="Moscow University"/>
              </a:rPr>
              <a:t>Движение вперёд: фокус расширения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047488"/>
            <a:ext cx="11091672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900" b="1">
                <a:solidFill>
                  <a:srgbClr val="1D00C3"/>
                </a:solidFill>
                <a:latin typeface="Arial"/>
              </a:rPr>
              <a:t>Камера едет вперёд: эпиполь в кадре, точки разбегаются из него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486400"/>
            <a:ext cx="11091672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500" b="0">
                <a:solidFill>
                  <a:srgbClr val="6B6B76"/>
                </a:solidFill>
                <a:latin typeface="Arial"/>
              </a:rPr>
              <a:t>прямые расходятся лучами из одной точки; сдвиги идут вдоль них, у самого эпиполя сдвига почти нет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5897880"/>
            <a:ext cx="11091672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500" b="0">
                <a:solidFill>
                  <a:srgbClr val="7F5CFF"/>
                </a:solidFill>
                <a:latin typeface="Arial"/>
              </a:rPr>
              <a:t>там, куда едет камера, глубина определяется хуже всего: снимки там почти не различаются</a:t>
            </a:r>
          </a:p>
        </p:txBody>
      </p:sp>
      <p:pic>
        <p:nvPicPr>
          <p:cNvPr id="7" name="Picture 6" descr="forward_foe_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076096"/>
            <a:ext cx="11091672" cy="3699967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 wrap="none"/>
          <a:lstStyle/>
          <a:p>
            <a:pPr algn="l"/>
            <a:r>
              <a:rPr sz="2000" b="0">
                <a:solidFill>
                  <a:srgbClr val="FFFFFF"/>
                </a:solidFill>
                <a:latin typeface="Moscow University"/>
              </a:rPr>
              <a:t>Три случая рядом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047488"/>
            <a:ext cx="11091672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900" b="1">
                <a:solidFill>
                  <a:srgbClr val="1D00C3"/>
                </a:solidFill>
                <a:latin typeface="Arial"/>
              </a:rPr>
              <a:t>По тому, где эпиполь, видно, как двигалась камера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486400"/>
            <a:ext cx="11091672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500" b="0">
                <a:solidFill>
                  <a:srgbClr val="6B6B76"/>
                </a:solidFill>
                <a:latin typeface="Arial"/>
              </a:rPr>
              <a:t>камеры смотрят на предмет — эпиполь обычно за кадром; сдвиг вбок — прямые по строкам; вперёд — эпиполь в кадре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5897880"/>
            <a:ext cx="11091672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500" b="0">
                <a:solidFill>
                  <a:srgbClr val="7F5CFF"/>
                </a:solidFill>
                <a:latin typeface="Arial"/>
              </a:rPr>
              <a:t>ни один случай не вырожден: база есть, и движение камеры восстанавливается</a:t>
            </a:r>
          </a:p>
        </p:txBody>
      </p:sp>
      <p:pic>
        <p:nvPicPr>
          <p:cNvPr id="7" name="Picture 6" descr="three_cases_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949101"/>
            <a:ext cx="11091672" cy="3953956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 wrap="none"/>
          <a:lstStyle/>
          <a:p>
            <a:pPr algn="l"/>
            <a:r>
              <a:rPr sz="2000" b="0">
                <a:solidFill>
                  <a:srgbClr val="FFFFFF"/>
                </a:solidFill>
                <a:latin typeface="Moscow University"/>
              </a:rPr>
              <a:t>Геометрия проверяет соответствия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047488"/>
            <a:ext cx="11091672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900" b="1">
                <a:solidFill>
                  <a:srgbClr val="1D00C3"/>
                </a:solidFill>
                <a:latin typeface="Arial"/>
              </a:rPr>
              <a:t>Пара далеко от своей прямой — ложная: так отсеивают ошибки сопоставления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486400"/>
            <a:ext cx="11091672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500" b="0">
                <a:solidFill>
                  <a:srgbClr val="6B6B76"/>
                </a:solidFill>
                <a:latin typeface="Arial"/>
              </a:rPr>
              <a:t>из десяти пар три ложные: две ушли от своих прямых и отброшены, третья сдвинута вдоль прямой и прошла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5897880"/>
            <a:ext cx="11091672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500" b="0">
                <a:solidFill>
                  <a:srgbClr val="7F5CFF"/>
                </a:solidFill>
                <a:latin typeface="Arial"/>
              </a:rPr>
              <a:t>порог ставят в пикселях; проверка ловит грубые ошибки, но хорошего сопоставления не заменяет</a:t>
            </a:r>
          </a:p>
        </p:txBody>
      </p:sp>
      <p:pic>
        <p:nvPicPr>
          <p:cNvPr id="7" name="Picture 6" descr="outlier_off_line_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134662"/>
            <a:ext cx="11091672" cy="3582834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 wrap="none"/>
          <a:lstStyle/>
          <a:p>
            <a:pPr algn="l"/>
            <a:r>
              <a:rPr sz="2000" b="0">
                <a:solidFill>
                  <a:srgbClr val="FFFFFF"/>
                </a:solidFill>
                <a:latin typeface="Moscow University"/>
              </a:rPr>
              <a:t>От пикселей к лучам</a:t>
            </a:r>
          </a:p>
        </p:txBody>
      </p:sp>
      <p:pic>
        <p:nvPicPr>
          <p:cNvPr id="4" name="Picture 3" descr="head_ra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25561" y="173736"/>
            <a:ext cx="1315918" cy="29260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5047488"/>
            <a:ext cx="11091672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900" b="1">
                <a:solidFill>
                  <a:srgbClr val="1D00C3"/>
                </a:solidFill>
                <a:latin typeface="Arial"/>
              </a:rPr>
              <a:t>Сначала снимают дисторсию, потом через K переходят от пикселя к лучу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5486400"/>
            <a:ext cx="11091672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500" b="0">
                <a:solidFill>
                  <a:srgbClr val="6B6B76"/>
                </a:solidFill>
                <a:latin typeface="Arial"/>
              </a:rPr>
              <a:t>если дисторсию не снять, луч уходит в сторону; после K ни фокуса, ни главной точки в задаче нет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5897880"/>
            <a:ext cx="11091672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500" b="0">
                <a:solidFill>
                  <a:srgbClr val="7F5CFF"/>
                </a:solidFill>
                <a:latin typeface="Arial"/>
              </a:rPr>
              <a:t>модель дисторсии и K — с семинара 3; на семинаре 4 это готовый вход, дальше работают с лучами</a:t>
            </a:r>
          </a:p>
        </p:txBody>
      </p:sp>
      <p:pic>
        <p:nvPicPr>
          <p:cNvPr id="8" name="Picture 7" descr="normalized_coords_chain_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8640" y="972433"/>
            <a:ext cx="11091672" cy="3907293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 wrap="none"/>
          <a:lstStyle/>
          <a:p>
            <a:pPr algn="l"/>
            <a:r>
              <a:rPr sz="2000" b="0">
                <a:solidFill>
                  <a:srgbClr val="FFFFFF"/>
                </a:solidFill>
                <a:latin typeface="Moscow University"/>
              </a:rPr>
              <a:t>Три вектора в одной плоскости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047488"/>
            <a:ext cx="11091672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900" b="1">
                <a:solidFill>
                  <a:srgbClr val="1D00C3"/>
                </a:solidFill>
                <a:latin typeface="Arial"/>
              </a:rPr>
              <a:t>Оба луча и база лежат в одной плоскости — эпиполярной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486400"/>
            <a:ext cx="11091672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500" b="0">
                <a:solidFill>
                  <a:srgbClr val="6B6B76"/>
                </a:solidFill>
                <a:latin typeface="Arial"/>
              </a:rPr>
              <a:t>база и два луча к одной точке сцены замыкают треугольник, а треугольник всегда плоский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5897880"/>
            <a:ext cx="11091672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500" b="0">
                <a:solidFill>
                  <a:srgbClr val="7F5CFF"/>
                </a:solidFill>
                <a:latin typeface="Arial"/>
              </a:rPr>
              <a:t>дальше запишем это уравнением: в нём останутся только лучи и движение второй камеры</a:t>
            </a:r>
          </a:p>
        </p:txBody>
      </p:sp>
      <p:pic>
        <p:nvPicPr>
          <p:cNvPr id="7" name="Picture 6" descr="coplanarity_triangle_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089805"/>
            <a:ext cx="11091672" cy="3672548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 wrap="none"/>
          <a:lstStyle/>
          <a:p>
            <a:pPr algn="l"/>
            <a:r>
              <a:rPr sz="2000" b="0">
                <a:solidFill>
                  <a:srgbClr val="FFFFFF"/>
                </a:solidFill>
                <a:latin typeface="Moscow University"/>
              </a:rPr>
              <a:t>Векторы в осях второй камеры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047488"/>
            <a:ext cx="11091672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900" b="1">
                <a:solidFill>
                  <a:srgbClr val="1D00C3"/>
                </a:solidFill>
                <a:latin typeface="Arial"/>
              </a:rPr>
              <a:t>Чтобы сложить векторы, луч камеры 1 поворачивают в оси камеры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486400"/>
            <a:ext cx="11091672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500" b="0">
                <a:solidFill>
                  <a:srgbClr val="6B6B76"/>
                </a:solidFill>
                <a:latin typeface="Arial"/>
              </a:rPr>
              <a:t>база и повёрнутый луч камеры 1 в сумме дают луч камеры 2: треугольник замкнут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5897880"/>
            <a:ext cx="11091672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500" b="0">
                <a:solidFill>
                  <a:srgbClr val="7F5CFF"/>
                </a:solidFill>
                <a:latin typeface="Arial"/>
              </a:rPr>
              <a:t>все три вектора теперь в одних осях, и можно записать условие, что они в одной плоскости</a:t>
            </a:r>
          </a:p>
        </p:txBody>
      </p:sp>
      <p:pic>
        <p:nvPicPr>
          <p:cNvPr id="7" name="Picture 6" descr="coplanarity_sum_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954090"/>
            <a:ext cx="11091672" cy="3943979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 wrap="none"/>
          <a:lstStyle/>
          <a:p>
            <a:pPr algn="l"/>
            <a:r>
              <a:rPr sz="2000" b="0">
                <a:solidFill>
                  <a:srgbClr val="FFFFFF"/>
                </a:solidFill>
                <a:latin typeface="Moscow University"/>
              </a:rPr>
              <a:t>Смешанное произведение равно нулю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047488"/>
            <a:ext cx="11091672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900" b="1">
                <a:solidFill>
                  <a:srgbClr val="1D00C3"/>
                </a:solidFill>
                <a:latin typeface="Arial"/>
              </a:rPr>
              <a:t>Луч камеры 2 перпендикулярен нормали к плоскости базы и луча камеры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486400"/>
            <a:ext cx="11091672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500" b="0">
                <a:solidFill>
                  <a:srgbClr val="6B6B76"/>
                </a:solidFill>
                <a:latin typeface="Arial"/>
              </a:rPr>
              <a:t>нормаль — векторное произведение базы и луча камеры 1: она перпендикулярна им обоим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5897880"/>
            <a:ext cx="11091672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500" b="0">
                <a:solidFill>
                  <a:srgbClr val="7F5CFF"/>
                </a:solidFill>
                <a:latin typeface="Arial"/>
              </a:rPr>
              <a:t>три вектора лежат в одной плоскости тогда и только тогда, когда смешанное произведение равно нулю</a:t>
            </a:r>
          </a:p>
        </p:txBody>
      </p:sp>
      <p:pic>
        <p:nvPicPr>
          <p:cNvPr id="7" name="Picture 6" descr="coplanarity_normal_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954090"/>
            <a:ext cx="11091672" cy="3943979"/>
          </a:xfrm>
          <a:prstGeom prst="rect">
            <a:avLst/>
          </a:prstGeom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 wrap="none"/>
          <a:lstStyle/>
          <a:p>
            <a:pPr algn="l"/>
            <a:r>
              <a:rPr sz="2000" b="0">
                <a:solidFill>
                  <a:srgbClr val="FFFFFF"/>
                </a:solidFill>
                <a:latin typeface="Moscow University"/>
              </a:rPr>
              <a:t>Глубины сокращаются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047488"/>
            <a:ext cx="11091672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900" b="1">
                <a:solidFill>
                  <a:srgbClr val="1D00C3"/>
                </a:solidFill>
                <a:latin typeface="Arial"/>
              </a:rPr>
              <a:t>Глубины выносятся множителем и сокращаются: условие остаётся только на лучи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486400"/>
            <a:ext cx="11091672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500" b="0">
                <a:solidFill>
                  <a:srgbClr val="6B6B76"/>
                </a:solidFill>
                <a:latin typeface="Arial"/>
              </a:rPr>
              <a:t>точка на луче — это глубина, умноженная на луч; глубина — число и выносится вперёд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5897880"/>
            <a:ext cx="11091672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500" b="0">
                <a:solidFill>
                  <a:srgbClr val="7F5CFF"/>
                </a:solidFill>
                <a:latin typeface="Arial"/>
              </a:rPr>
              <a:t>ни глубин, ни координат точки в условии нет: его проверяют по двум лучам и движению камеры</a:t>
            </a:r>
          </a:p>
        </p:txBody>
      </p:sp>
      <p:pic>
        <p:nvPicPr>
          <p:cNvPr id="7" name="Picture 6" descr="depths_cancel_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954090"/>
            <a:ext cx="11091672" cy="3943979"/>
          </a:xfrm>
          <a:prstGeom prst="rect">
            <a:avLst/>
          </a:prstGeom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 wrap="none"/>
          <a:lstStyle/>
          <a:p>
            <a:pPr algn="l"/>
            <a:r>
              <a:rPr sz="2000" b="0">
                <a:solidFill>
                  <a:srgbClr val="FFFFFF"/>
                </a:solidFill>
                <a:latin typeface="Moscow University"/>
              </a:rPr>
              <a:t>Существенная матрица</a:t>
            </a:r>
          </a:p>
        </p:txBody>
      </p:sp>
      <p:pic>
        <p:nvPicPr>
          <p:cNvPr id="4" name="Picture 3" descr="head_epi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82105" y="173736"/>
            <a:ext cx="1259374" cy="29260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5047488"/>
            <a:ext cx="11091672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900" b="1">
                <a:solidFill>
                  <a:srgbClr val="1D00C3"/>
                </a:solidFill>
                <a:latin typeface="Arial"/>
              </a:rPr>
              <a:t>Векторное произведение — это матрица; поза сворачивается в одну матрицу 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5486400"/>
            <a:ext cx="11091672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500" b="0">
                <a:solidFill>
                  <a:srgbClr val="6B6B76"/>
                </a:solidFill>
                <a:latin typeface="Arial"/>
              </a:rPr>
              <a:t>E собрана из поворота и сдвига второй камеры относительно первой; от точек она не зависит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5897880"/>
            <a:ext cx="11091672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500" b="0">
                <a:solidFill>
                  <a:srgbClr val="7F5CFF"/>
                </a:solidFill>
                <a:latin typeface="Arial"/>
              </a:rPr>
              <a:t>каждое соответствие даёт одно уравнение на E, а матрица одна на всю пару снимков</a:t>
            </a:r>
          </a:p>
        </p:txBody>
      </p:sp>
      <p:pic>
        <p:nvPicPr>
          <p:cNvPr id="8" name="Picture 7" descr="essential_from_cross_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8640" y="954090"/>
            <a:ext cx="11091672" cy="3943979"/>
          </a:xfrm>
          <a:prstGeom prst="rect">
            <a:avLst/>
          </a:prstGeom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 wrap="none"/>
          <a:lstStyle/>
          <a:p>
            <a:pPr algn="l"/>
            <a:r>
              <a:rPr sz="2000" b="0">
                <a:solidFill>
                  <a:srgbClr val="FFFFFF"/>
                </a:solidFill>
                <a:latin typeface="Moscow University"/>
              </a:rPr>
              <a:t>Что уравнение не проверяет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047488"/>
            <a:ext cx="11091672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900" b="1">
                <a:solidFill>
                  <a:srgbClr val="1D00C3"/>
                </a:solidFill>
                <a:latin typeface="Arial"/>
              </a:rPr>
              <a:t>Уравнение проверяет плоскость: ни сторону луча, ни место на прямой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486400"/>
            <a:ext cx="11091672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500" b="0">
                <a:solidFill>
                  <a:srgbClr val="6B6B76"/>
                </a:solidFill>
                <a:latin typeface="Arial"/>
              </a:rPr>
              <a:t>продолжение луча за камерой лежит в той же плоскости; ложную пару вдоль прямой уравнение тоже пропустит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5897880"/>
            <a:ext cx="11091672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500" b="0">
                <a:solidFill>
                  <a:srgbClr val="7F5CFF"/>
                </a:solidFill>
                <a:latin typeface="Arial"/>
              </a:rPr>
              <a:t>отсюда четыре кандидата движения и выбор по знаку глубины; RANSAC отсеет пары мимо прямой, но не вдоль неё</a:t>
            </a:r>
          </a:p>
        </p:txBody>
      </p:sp>
      <p:pic>
        <p:nvPicPr>
          <p:cNvPr id="7" name="Picture 6" descr="constraint_sign_line_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954090"/>
            <a:ext cx="11091672" cy="3943979"/>
          </a:xfrm>
          <a:prstGeom prst="rect">
            <a:avLst/>
          </a:prstGeom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 wrap="none"/>
          <a:lstStyle/>
          <a:p>
            <a:pPr algn="l"/>
            <a:r>
              <a:rPr sz="2000" b="0">
                <a:solidFill>
                  <a:srgbClr val="FFFFFF"/>
                </a:solidFill>
                <a:latin typeface="Moscow University"/>
              </a:rPr>
              <a:t>Что хранит E: пять чисел</a:t>
            </a:r>
          </a:p>
        </p:txBody>
      </p:sp>
      <p:pic>
        <p:nvPicPr>
          <p:cNvPr id="4" name="Picture 3" descr="head_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299660" y="173736"/>
            <a:ext cx="1541819" cy="29260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5047488"/>
            <a:ext cx="11091672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900" b="1">
                <a:solidFill>
                  <a:srgbClr val="1D00C3"/>
                </a:solidFill>
                <a:latin typeface="Arial"/>
              </a:rPr>
              <a:t>В E — поворот и направление сдвига, пять чисел; длины сдвига в ней нет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5486400"/>
            <a:ext cx="11091672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500" b="0">
                <a:solidFill>
                  <a:srgbClr val="6B6B76"/>
                </a:solidFill>
                <a:latin typeface="Arial"/>
              </a:rPr>
              <a:t>девять клеток матрицы связаны между собой: свободных среди них только пять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5897880"/>
            <a:ext cx="11091672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500" b="0">
                <a:solidFill>
                  <a:srgbClr val="7F5CFF"/>
                </a:solidFill>
                <a:latin typeface="Arial"/>
              </a:rPr>
              <a:t>поэтому E находят уже по пяти соответствиям, а масштаб берут извне</a:t>
            </a:r>
          </a:p>
        </p:txBody>
      </p:sp>
      <p:pic>
        <p:nvPicPr>
          <p:cNvPr id="8" name="Picture 7" descr="five_numbers_nine_cells_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8640" y="978765"/>
            <a:ext cx="11091672" cy="3894628"/>
          </a:xfrm>
          <a:prstGeom prst="rect">
            <a:avLst/>
          </a:prstGeom>
        </p:spPr>
      </p:pic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 wrap="none"/>
          <a:lstStyle/>
          <a:p>
            <a:pPr algn="l"/>
            <a:r>
              <a:rPr sz="2000" b="0">
                <a:solidFill>
                  <a:srgbClr val="FFFFFF"/>
                </a:solidFill>
                <a:latin typeface="Moscow University"/>
              </a:rPr>
              <a:t>Без K: фундаментальная матрица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047488"/>
            <a:ext cx="11091672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900" b="1">
                <a:solidFill>
                  <a:srgbClr val="1D00C3"/>
                </a:solidFill>
                <a:latin typeface="Arial"/>
              </a:rPr>
              <a:t>F — та же связь, записанная прямо в пикселях: семь чисел, K не нужна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486400"/>
            <a:ext cx="11091672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500" b="0">
                <a:solidFill>
                  <a:srgbClr val="6B6B76"/>
                </a:solidFill>
                <a:latin typeface="Arial"/>
              </a:rPr>
              <a:t>по F так же строят эпиполярные прямые и отбраковывают ложные пары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5897880"/>
            <a:ext cx="11091672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500" b="0">
                <a:solidFill>
                  <a:srgbClr val="7F5CFF"/>
                </a:solidFill>
                <a:latin typeface="Arial"/>
              </a:rPr>
              <a:t>углов и отношений длин без K не получить: по одной F сцена выходит искажённой (конец лекции)</a:t>
            </a:r>
          </a:p>
        </p:txBody>
      </p:sp>
      <p:pic>
        <p:nvPicPr>
          <p:cNvPr id="7" name="Picture 6" descr="f_from_e_square_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954090"/>
            <a:ext cx="11091672" cy="3943979"/>
          </a:xfrm>
          <a:prstGeom prst="rect">
            <a:avLst/>
          </a:prstGeom>
        </p:spPr>
      </p:pic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 wrap="none"/>
          <a:lstStyle/>
          <a:p>
            <a:pPr algn="l"/>
            <a:r>
              <a:rPr sz="2000" b="0">
                <a:solidFill>
                  <a:srgbClr val="FFFFFF"/>
                </a:solidFill>
                <a:latin typeface="Moscow University"/>
              </a:rPr>
              <a:t>Как F связана с 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047488"/>
            <a:ext cx="11091672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900" b="1">
                <a:solidFill>
                  <a:srgbClr val="1D00C3"/>
                </a:solidFill>
                <a:latin typeface="Arial"/>
              </a:rPr>
              <a:t>F — это E, к которой с двух сторон добавлен переход от пикселей к лучам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486400"/>
            <a:ext cx="11091672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500" b="0">
                <a:solidFill>
                  <a:srgbClr val="6B6B76"/>
                </a:solidFill>
                <a:latin typeface="Arial"/>
              </a:rPr>
              <a:t>справа множитель переводит пиксель снимка 1 в луч, слева — то же для снимка 2; между ними 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5897880"/>
            <a:ext cx="11091672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500" b="0">
                <a:solidFill>
                  <a:srgbClr val="7F5CFF"/>
                </a:solidFill>
                <a:latin typeface="Arial"/>
              </a:rPr>
              <a:t>зная K, из F получают E, а из неё движение камеры — так идут на семинаре 4</a:t>
            </a:r>
          </a:p>
        </p:txBody>
      </p:sp>
      <p:pic>
        <p:nvPicPr>
          <p:cNvPr id="7" name="Picture 6" descr="f_from_e_formula_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999328"/>
            <a:ext cx="11091672" cy="3853502"/>
          </a:xfrm>
          <a:prstGeom prst="rect">
            <a:avLst/>
          </a:prstGeom>
        </p:spPr>
      </p:pic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 wrap="none"/>
          <a:lstStyle/>
          <a:p>
            <a:pPr algn="l"/>
            <a:r>
              <a:rPr sz="2000" b="0">
                <a:solidFill>
                  <a:srgbClr val="FFFFFF"/>
                </a:solidFill>
                <a:latin typeface="Moscow University"/>
              </a:rPr>
              <a:t>E или F: какую матрицу брать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047488"/>
            <a:ext cx="11091672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900" b="1">
                <a:solidFill>
                  <a:srgbClr val="1D00C3"/>
                </a:solidFill>
                <a:latin typeface="Arial"/>
              </a:rPr>
              <a:t>Известна K — берут E; неизвестна — остаётся F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486400"/>
            <a:ext cx="11091672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500" b="0">
                <a:solidFill>
                  <a:srgbClr val="6B6B76"/>
                </a:solidFill>
                <a:latin typeface="Arial"/>
              </a:rPr>
              <a:t>у E пять чисел и пять пар на гипотезу; у F семь чисел и семь пар, а линейным способом — восемь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5897880"/>
            <a:ext cx="11091672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500" b="0">
                <a:solidFill>
                  <a:srgbClr val="7F5CFF"/>
                </a:solidFill>
                <a:latin typeface="Arial"/>
              </a:rPr>
              <a:t>из E получается движение без масштаба; из F — только прямые и сцена с проективным искажением</a:t>
            </a:r>
          </a:p>
        </p:txBody>
      </p:sp>
      <p:pic>
        <p:nvPicPr>
          <p:cNvPr id="7" name="Picture 6" descr="e_or_f_choice_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929662"/>
            <a:ext cx="11091672" cy="3992835"/>
          </a:xfrm>
          <a:prstGeom prst="rect">
            <a:avLst/>
          </a:prstGeom>
        </p:spPr>
      </p:pic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 wrap="none"/>
          <a:lstStyle/>
          <a:p>
            <a:pPr algn="l"/>
            <a:r>
              <a:rPr sz="2000" b="0">
                <a:solidFill>
                  <a:srgbClr val="FFFFFF"/>
                </a:solidFill>
                <a:latin typeface="Moscow University"/>
              </a:rPr>
              <a:t>Эпиполи бывают далеко за кадром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047488"/>
            <a:ext cx="11091672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900" b="1">
                <a:solidFill>
                  <a:srgbClr val="1D00C3"/>
                </a:solidFill>
                <a:latin typeface="Arial"/>
              </a:rPr>
              <a:t>Эпиполь — образ центра другой камеры; у рабочей пары он далеко за кадром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486400"/>
            <a:ext cx="11091672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500" b="0">
                <a:solidFill>
                  <a:srgbClr val="6B6B76"/>
                </a:solidFill>
                <a:latin typeface="Arial"/>
              </a:rPr>
              <a:t>в кадре шесть прямых почти параллельны, но их продолжения сходятся в одной точке справа от снимка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5897880"/>
            <a:ext cx="11091672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500" b="0">
                <a:solidFill>
                  <a:srgbClr val="7F5CFF"/>
                </a:solidFill>
                <a:latin typeface="Arial"/>
              </a:rPr>
              <a:t>так обычно при съёмке предмета с двух сторон; в кадр эпиполь попадает, только если камера снимает вдоль базы</a:t>
            </a:r>
          </a:p>
        </p:txBody>
      </p:sp>
      <p:pic>
        <p:nvPicPr>
          <p:cNvPr id="7" name="Picture 6" descr="epipoles_outside_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929662"/>
            <a:ext cx="11091672" cy="3992835"/>
          </a:xfrm>
          <a:prstGeom prst="rect">
            <a:avLst/>
          </a:prstGeom>
        </p:spPr>
      </p:pic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 wrap="none"/>
          <a:lstStyle/>
          <a:p>
            <a:pPr algn="l"/>
            <a:r>
              <a:rPr sz="2000" b="0">
                <a:solidFill>
                  <a:srgbClr val="FFFFFF"/>
                </a:solidFill>
                <a:latin typeface="Moscow University"/>
              </a:rPr>
              <a:t>Каждая пара — одна строка</a:t>
            </a:r>
          </a:p>
        </p:txBody>
      </p:sp>
      <p:pic>
        <p:nvPicPr>
          <p:cNvPr id="4" name="Picture 3" descr="head_row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67185" y="173736"/>
            <a:ext cx="1474294" cy="29260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5047488"/>
            <a:ext cx="11091672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900" b="1">
                <a:solidFill>
                  <a:srgbClr val="1D00C3"/>
                </a:solidFill>
                <a:latin typeface="Arial"/>
              </a:rPr>
              <a:t>Одно соответствие — одна строка; восемь строк дают матрицу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5486400"/>
            <a:ext cx="11091672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500" b="0">
                <a:solidFill>
                  <a:srgbClr val="6B6B76"/>
                </a:solidFill>
                <a:latin typeface="Arial"/>
              </a:rPr>
              <a:t>строка — одно уравнение на девять чисел матрицы; так же был устроен DLT в лекции 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5897880"/>
            <a:ext cx="11091672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500" b="0">
                <a:solidFill>
                  <a:srgbClr val="7F5CFF"/>
                </a:solidFill>
                <a:latin typeface="Arial"/>
              </a:rPr>
              <a:t>если учесть устройство матрицы, пар нужно меньше: семь для F и пять для E при известной K</a:t>
            </a:r>
          </a:p>
        </p:txBody>
      </p:sp>
      <p:pic>
        <p:nvPicPr>
          <p:cNvPr id="8" name="Picture 7" descr="one_row_per_match_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1271" y="914400"/>
            <a:ext cx="11046409" cy="4023359"/>
          </a:xfrm>
          <a:prstGeom prst="rect">
            <a:avLst/>
          </a:prstGeom>
        </p:spPr>
      </p:pic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 wrap="none"/>
          <a:lstStyle/>
          <a:p>
            <a:pPr algn="l"/>
            <a:r>
              <a:rPr sz="2000" b="0">
                <a:solidFill>
                  <a:srgbClr val="FFFFFF"/>
                </a:solidFill>
                <a:latin typeface="Moscow University"/>
              </a:rPr>
              <a:t>Нормировка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047488"/>
            <a:ext cx="11091672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900" b="1">
                <a:solidFill>
                  <a:srgbClr val="1D00C3"/>
                </a:solidFill>
                <a:latin typeface="Arial"/>
              </a:rPr>
              <a:t>Координаты приводят к одному масштабу — и прямые встают на место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486400"/>
            <a:ext cx="11091672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500" b="0">
                <a:solidFill>
                  <a:srgbClr val="6B6B76"/>
                </a:solidFill>
                <a:latin typeface="Arial"/>
              </a:rPr>
              <a:t>в пикселях в строке рядом стоят единица и произведения координат: числа очень разного порядка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5897880"/>
            <a:ext cx="11091672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500" b="0">
                <a:solidFill>
                  <a:srgbClr val="7F5CFF"/>
                </a:solidFill>
                <a:latin typeface="Arial"/>
              </a:rPr>
              <a:t>тот же приём был в DLT лекции 3; для восьмиточечного алгоритма он обязателен</a:t>
            </a:r>
          </a:p>
        </p:txBody>
      </p:sp>
      <p:pic>
        <p:nvPicPr>
          <p:cNvPr id="7" name="Picture 6" descr="epilines_norm_vs_raw_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55433" y="914400"/>
            <a:ext cx="9278084" cy="4023359"/>
          </a:xfrm>
          <a:prstGeom prst="rect">
            <a:avLst/>
          </a:prstGeom>
        </p:spPr>
      </p:pic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 wrap="none"/>
          <a:lstStyle/>
          <a:p>
            <a:pPr algn="l"/>
            <a:r>
              <a:rPr sz="2000" b="0">
                <a:solidFill>
                  <a:srgbClr val="FFFFFF"/>
                </a:solidFill>
                <a:latin typeface="Moscow University"/>
              </a:rPr>
              <a:t>Поправка: прямые должны сойтись в эпиполе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047488"/>
            <a:ext cx="11091672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900" b="1">
                <a:solidFill>
                  <a:srgbClr val="1D00C3"/>
                </a:solidFill>
                <a:latin typeface="Arial"/>
              </a:rPr>
              <a:t>Линейное решение теряет общую точку прямых, поправка её возвращает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486400"/>
            <a:ext cx="11091672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500" b="0">
                <a:solidFill>
                  <a:srgbClr val="6B6B76"/>
                </a:solidFill>
                <a:latin typeface="Arial"/>
              </a:rPr>
              <a:t>все эпиполярные плоскости содержат базу, поэтому все прямые проходят через образ другой камеры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5897880"/>
            <a:ext cx="11091672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500" b="0">
                <a:solidFill>
                  <a:srgbClr val="7F5CFF"/>
                </a:solidFill>
                <a:latin typeface="Arial"/>
              </a:rPr>
              <a:t>поправка — ближайшая матрица, у которой все прямые проходят через одну точку; точности она не добавляет</a:t>
            </a:r>
          </a:p>
        </p:txBody>
      </p:sp>
      <p:pic>
        <p:nvPicPr>
          <p:cNvPr id="7" name="Picture 6" descr="rank2_concur_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954505"/>
            <a:ext cx="11091672" cy="3943149"/>
          </a:xfrm>
          <a:prstGeom prst="rect">
            <a:avLst/>
          </a:prstGeom>
        </p:spPr>
      </p:pic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 wrap="none"/>
          <a:lstStyle/>
          <a:p>
            <a:pPr algn="l"/>
            <a:r>
              <a:rPr sz="2000" b="0">
                <a:solidFill>
                  <a:srgbClr val="FFFFFF"/>
                </a:solidFill>
                <a:latin typeface="Moscow University"/>
              </a:rPr>
              <a:t>Ложные пары и МНК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047488"/>
            <a:ext cx="11091672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900" b="1">
                <a:solidFill>
                  <a:srgbClr val="1D00C3"/>
                </a:solidFill>
                <a:latin typeface="Arial"/>
              </a:rPr>
              <a:t>Несколько ложных пар уводят все прямые, поэтому нужен RANSAC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486400"/>
            <a:ext cx="11091672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500" b="0">
                <a:solidFill>
                  <a:srgbClr val="6B6B76"/>
                </a:solidFill>
                <a:latin typeface="Arial"/>
              </a:rPr>
              <a:t>слева матрица по всем парам, 10 % из них ложные: прямые сходятся в кадре; RANSAC совпал с эталоном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5897880"/>
            <a:ext cx="11091672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500" b="0">
                <a:solidFill>
                  <a:srgbClr val="7F5CFF"/>
                </a:solidFill>
                <a:latin typeface="Arial"/>
              </a:rPr>
              <a:t>хватает и одной ложной пары; испорченный ответ выглядит правдоподобно: прямые есть, эпиполь есть</a:t>
            </a:r>
          </a:p>
        </p:txBody>
      </p:sp>
      <p:pic>
        <p:nvPicPr>
          <p:cNvPr id="7" name="Picture 6" descr="one_bad_match_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156132"/>
            <a:ext cx="11091672" cy="3539895"/>
          </a:xfrm>
          <a:prstGeom prst="rect">
            <a:avLst/>
          </a:prstGeom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 wrap="none"/>
          <a:lstStyle/>
          <a:p>
            <a:pPr algn="l"/>
            <a:r>
              <a:rPr sz="2000" b="0">
                <a:solidFill>
                  <a:srgbClr val="FFFFFF"/>
                </a:solidFill>
                <a:latin typeface="Moscow University"/>
              </a:rPr>
              <a:t>RANSAC: напоминание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047488"/>
            <a:ext cx="11091672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900" b="1">
                <a:solidFill>
                  <a:srgbClr val="1D00C3"/>
                </a:solidFill>
                <a:latin typeface="Arial"/>
              </a:rPr>
              <a:t>Много случайных выборок; побеждает матрица, с которой согласно больше пар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486400"/>
            <a:ext cx="11091672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500" b="0">
                <a:solidFill>
                  <a:srgbClr val="6B6B76"/>
                </a:solidFill>
                <a:latin typeface="Arial"/>
              </a:rPr>
              <a:t>выборка с ложной парой даёт неверную матрицу — с ней согласны немногие; с чистой — почти все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5897880"/>
            <a:ext cx="11091672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500" b="0">
                <a:solidFill>
                  <a:srgbClr val="7F5CFF"/>
                </a:solidFill>
                <a:latin typeface="Arial"/>
              </a:rPr>
              <a:t>на одну выборку решатель может дать несколько матриц — проверяют каждую</a:t>
            </a:r>
          </a:p>
        </p:txBody>
      </p:sp>
      <p:pic>
        <p:nvPicPr>
          <p:cNvPr id="7" name="Picture 6" descr="ransac_loop_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954090"/>
            <a:ext cx="11091672" cy="3943979"/>
          </a:xfrm>
          <a:prstGeom prst="rect">
            <a:avLst/>
          </a:prstGeom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 wrap="none"/>
          <a:lstStyle/>
          <a:p>
            <a:pPr algn="l"/>
            <a:r>
              <a:rPr sz="2000" b="0">
                <a:solidFill>
                  <a:srgbClr val="FFFFFF"/>
                </a:solidFill>
                <a:latin typeface="Moscow University"/>
              </a:rPr>
              <a:t>Мера промаха — расстояние до прямой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047488"/>
            <a:ext cx="11091672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900" b="1">
                <a:solidFill>
                  <a:srgbClr val="1D00C3"/>
                </a:solidFill>
                <a:latin typeface="Arial"/>
              </a:rPr>
              <a:t>Промах пары меряют в пикселях: от точки до её эпиполярной прямой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486400"/>
            <a:ext cx="11091672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500" b="0">
                <a:solidFill>
                  <a:srgbClr val="6B6B76"/>
                </a:solidFill>
                <a:latin typeface="Arial"/>
              </a:rPr>
              <a:t>точка снимка 1 задаёт прямую на снимке 2; на целом кадре промаха не видно, в увеличенном куске — пунктир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5897880"/>
            <a:ext cx="11091672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500" b="0">
                <a:solidFill>
                  <a:srgbClr val="7F5CFF"/>
                </a:solidFill>
                <a:latin typeface="Arial"/>
              </a:rPr>
              <a:t>пара ближе порога согласна с матрицей, дальше — нет; так RANSAC считает голоса за гипотезу</a:t>
            </a:r>
          </a:p>
        </p:txBody>
      </p:sp>
      <p:pic>
        <p:nvPicPr>
          <p:cNvPr id="7" name="Picture 6" descr="four_measures_geometry_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39" y="920712"/>
            <a:ext cx="11091672" cy="4010735"/>
          </a:xfrm>
          <a:prstGeom prst="rect">
            <a:avLst/>
          </a:prstGeom>
        </p:spPr>
      </p:pic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 wrap="none"/>
          <a:lstStyle/>
          <a:p>
            <a:pPr algn="l"/>
            <a:r>
              <a:rPr sz="2000" b="0">
                <a:solidFill>
                  <a:srgbClr val="FFFFFF"/>
                </a:solidFill>
                <a:latin typeface="Moscow University"/>
              </a:rPr>
              <a:t>Сколько выборок нужно</a:t>
            </a:r>
          </a:p>
        </p:txBody>
      </p:sp>
      <p:pic>
        <p:nvPicPr>
          <p:cNvPr id="4" name="Picture 3" descr="head_ransa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33600" y="173736"/>
            <a:ext cx="2907879" cy="29260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5047488"/>
            <a:ext cx="11091672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900" b="1">
                <a:solidFill>
                  <a:srgbClr val="1D00C3"/>
                </a:solidFill>
                <a:latin typeface="Arial"/>
              </a:rPr>
              <a:t>Чем меньше выборка, тем меньше проходов цикла нужно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5486400"/>
            <a:ext cx="11091672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500" b="0">
                <a:solidFill>
                  <a:srgbClr val="6B6B76"/>
                </a:solidFill>
                <a:latin typeface="Arial"/>
              </a:rPr>
              <a:t>при половине верных пар пятиточечному нужно 146 итераций, восьмиточечному — 1177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5897880"/>
            <a:ext cx="11091672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500" b="0">
                <a:solidFill>
                  <a:srgbClr val="7F5CFF"/>
                </a:solidFill>
                <a:latin typeface="Arial"/>
              </a:rPr>
              <a:t>порог задают в пикселях; при известной K берут пятиточечный решатель: он сразу даёт E</a:t>
            </a:r>
          </a:p>
        </p:txBody>
      </p:sp>
      <p:pic>
        <p:nvPicPr>
          <p:cNvPr id="8" name="Picture 7" descr="ransac_iters_l4_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42516" y="914400"/>
            <a:ext cx="9703918" cy="4023359"/>
          </a:xfrm>
          <a:prstGeom prst="rect">
            <a:avLst/>
          </a:prstGeom>
        </p:spPr>
      </p:pic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 wrap="none"/>
          <a:lstStyle/>
          <a:p>
            <a:pPr algn="l"/>
            <a:r>
              <a:rPr sz="2000" b="0">
                <a:solidFill>
                  <a:srgbClr val="FFFFFF"/>
                </a:solidFill>
                <a:latin typeface="Moscow University"/>
              </a:rPr>
              <a:t>RANSAC отделяет верные пары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047488"/>
            <a:ext cx="11091672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900" b="1">
                <a:solidFill>
                  <a:srgbClr val="1D00C3"/>
                </a:solidFill>
                <a:latin typeface="Arial"/>
              </a:rPr>
              <a:t>Итог на рабочей паре: верные пары лежат на своих прямых, ложные отброшены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486400"/>
            <a:ext cx="11091672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500" b="0">
                <a:solidFill>
                  <a:srgbClr val="6B6B76"/>
                </a:solidFill>
                <a:latin typeface="Arial"/>
              </a:rPr>
              <a:t>у красных пар точка далеко от своей прямой, пунктир — промах; зелёные легли на прямые и остаются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5897880"/>
            <a:ext cx="11091672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500" b="0">
                <a:solidFill>
                  <a:srgbClr val="7F5CFF"/>
                </a:solidFill>
                <a:latin typeface="Arial"/>
              </a:rPr>
              <a:t>на практике это cv2.findEssentialMat; улучшенные схемы USAC и MAGSAC++ есть в OpenCV</a:t>
            </a:r>
          </a:p>
        </p:txBody>
      </p:sp>
      <p:pic>
        <p:nvPicPr>
          <p:cNvPr id="7" name="Picture 6" descr="geometric_verification_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39" y="1075404"/>
            <a:ext cx="11091672" cy="3701350"/>
          </a:xfrm>
          <a:prstGeom prst="rect">
            <a:avLst/>
          </a:prstGeom>
        </p:spPr>
      </p:pic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 wrap="none"/>
          <a:lstStyle/>
          <a:p>
            <a:pPr algn="l"/>
            <a:r>
              <a:rPr sz="2000" b="0">
                <a:solidFill>
                  <a:srgbClr val="FFFFFF"/>
                </a:solidFill>
                <a:latin typeface="Moscow University"/>
              </a:rPr>
              <a:t>Четыре кандидата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047488"/>
            <a:ext cx="11091672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900" b="1">
                <a:solidFill>
                  <a:srgbClr val="1D00C3"/>
                </a:solidFill>
                <a:latin typeface="Arial"/>
              </a:rPr>
              <a:t>E задаёт движение с точностью до четырёх вариантов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486400"/>
            <a:ext cx="11091672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500" b="0">
                <a:solidFill>
                  <a:srgbClr val="6B6B76"/>
                </a:solidFill>
                <a:latin typeface="Arial"/>
              </a:rPr>
              <a:t>знак сдвига даёт два положения второй камеры, поворот на пол-оборота вокруг базы — две ориентации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5897880"/>
            <a:ext cx="11091672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500" b="0">
                <a:solidFill>
                  <a:srgbClr val="7F5CFF"/>
                </a:solidFill>
                <a:latin typeface="Arial"/>
              </a:rPr>
              <a:t>пары точек все четыре объясняют одинаково; различить их можно только по знаку глубины точек</a:t>
            </a:r>
          </a:p>
        </p:txBody>
      </p:sp>
      <p:pic>
        <p:nvPicPr>
          <p:cNvPr id="7" name="Picture 6" descr="four_candidates_top_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8597" y="914400"/>
            <a:ext cx="10731756" cy="4023359"/>
          </a:xfrm>
          <a:prstGeom prst="rect">
            <a:avLst/>
          </a:prstGeom>
        </p:spPr>
      </p:pic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 wrap="none"/>
          <a:lstStyle/>
          <a:p>
            <a:pPr algn="l"/>
            <a:r>
              <a:rPr sz="2000" b="0">
                <a:solidFill>
                  <a:srgbClr val="FFFFFF"/>
                </a:solidFill>
                <a:latin typeface="Moscow University"/>
              </a:rPr>
              <a:t>Откуда четыре кандидата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047488"/>
            <a:ext cx="11091672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900" b="1">
                <a:solidFill>
                  <a:srgbClr val="1D00C3"/>
                </a:solidFill>
                <a:latin typeface="Arial"/>
              </a:rPr>
              <a:t>Разворот вокруг базы отражает луч, но оставляет его в эпиполярной плоскости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486400"/>
            <a:ext cx="11091672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500" b="0">
                <a:solidFill>
                  <a:srgbClr val="6B6B76"/>
                </a:solidFill>
                <a:latin typeface="Arial"/>
              </a:rPr>
              <a:t>лучи по-прежнему пересекаются, условие на пару точек выполнено; точка оказывается за второй камерой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5897880"/>
            <a:ext cx="11091672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500" b="0">
                <a:solidFill>
                  <a:srgbClr val="7F5CFF"/>
                </a:solidFill>
                <a:latin typeface="Arial"/>
              </a:rPr>
              <a:t>смена знака сдвига уносит точку за обе камеры; два знака и две ориентации дают четыре кандидата</a:t>
            </a:r>
          </a:p>
        </p:txBody>
      </p:sp>
      <p:pic>
        <p:nvPicPr>
          <p:cNvPr id="7" name="Picture 6" descr="twisted_pair_epipolar_plane_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62809" y="914400"/>
            <a:ext cx="9463333" cy="4023359"/>
          </a:xfrm>
          <a:prstGeom prst="rect">
            <a:avLst/>
          </a:prstGeom>
        </p:spPr>
      </p:pic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 wrap="none"/>
          <a:lstStyle/>
          <a:p>
            <a:pPr algn="l"/>
            <a:r>
              <a:rPr sz="2000" b="0">
                <a:solidFill>
                  <a:srgbClr val="FFFFFF"/>
                </a:solidFill>
                <a:latin typeface="Moscow University"/>
              </a:rPr>
              <a:t>Ошибка репроекции кандидатов не различает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047488"/>
            <a:ext cx="11091672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900" b="1">
                <a:solidFill>
                  <a:srgbClr val="1D00C3"/>
                </a:solidFill>
                <a:latin typeface="Arial"/>
              </a:rPr>
              <a:t>Все четыре реконструкции проецируются обратно точно в исходные точки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486400"/>
            <a:ext cx="11091672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500" b="0">
                <a:solidFill>
                  <a:srgbClr val="6B6B76"/>
                </a:solidFill>
                <a:latin typeface="Arial"/>
              </a:rPr>
              <a:t>кружки четырёх кандидатов совпадают с исходными точками; точка перед камерой и точка за ней дают один пиксель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5897880"/>
            <a:ext cx="11091672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500" b="0">
                <a:solidFill>
                  <a:srgbClr val="7F5CFF"/>
                </a:solidFill>
                <a:latin typeface="Arial"/>
              </a:rPr>
              <a:t>уточнение по ошибке репроекции неверного кандидата не заметит; выбирают по знаку глубины и до уточнения</a:t>
            </a:r>
          </a:p>
        </p:txBody>
      </p:sp>
      <p:pic>
        <p:nvPicPr>
          <p:cNvPr id="7" name="Picture 6" descr="zero_reprojection_candidates_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009278"/>
            <a:ext cx="11091672" cy="3833602"/>
          </a:xfrm>
          <a:prstGeom prst="rect">
            <a:avLst/>
          </a:prstGeom>
        </p:spPr>
      </p:pic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 wrap="none"/>
          <a:lstStyle/>
          <a:p>
            <a:pPr algn="l"/>
            <a:r>
              <a:rPr sz="2000" b="0">
                <a:solidFill>
                  <a:srgbClr val="FFFFFF"/>
                </a:solidFill>
                <a:latin typeface="Moscow University"/>
              </a:rPr>
              <a:t>Точки перед обеими камерами</a:t>
            </a:r>
          </a:p>
        </p:txBody>
      </p:sp>
      <p:pic>
        <p:nvPicPr>
          <p:cNvPr id="4" name="Picture 3" descr="head_depth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40579" y="173736"/>
            <a:ext cx="2800900" cy="29260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5047488"/>
            <a:ext cx="11091672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900" b="1">
                <a:solidFill>
                  <a:srgbClr val="1D00C3"/>
                </a:solidFill>
                <a:latin typeface="Arial"/>
              </a:rPr>
              <a:t>Только у одного кандидата точки оказываются перед обеими камерами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5486400"/>
            <a:ext cx="11091672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500" b="0">
                <a:solidFill>
                  <a:srgbClr val="6B6B76"/>
                </a:solidFill>
                <a:latin typeface="Arial"/>
              </a:rPr>
              <a:t>глубина — из пересечения лучей: при позе кандидата лучи пары пересекают и смотрят, где точка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5897880"/>
            <a:ext cx="11091672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500" b="0">
                <a:solidFill>
                  <a:srgbClr val="7F5CFF"/>
                </a:solidFill>
                <a:latin typeface="Arial"/>
              </a:rPr>
              <a:t>проверяют обе камеры: одна оставляет двух кандидатов; голосуют все пары, прошедшие RANSAC</a:t>
            </a:r>
          </a:p>
        </p:txBody>
      </p:sp>
      <p:pic>
        <p:nvPicPr>
          <p:cNvPr id="8" name="Picture 7" descr="cheirality_four_clouds_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8640" y="1072592"/>
            <a:ext cx="11091672" cy="3706975"/>
          </a:xfrm>
          <a:prstGeom prst="rect">
            <a:avLst/>
          </a:prstGeom>
        </p:spPr>
      </p:pic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 wrap="none"/>
          <a:lstStyle/>
          <a:p>
            <a:pPr algn="l"/>
            <a:r>
              <a:rPr sz="2000" b="0">
                <a:solidFill>
                  <a:srgbClr val="FFFFFF"/>
                </a:solidFill>
                <a:latin typeface="Moscow University"/>
              </a:rPr>
              <a:t>Когда голоса расходятся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047488"/>
            <a:ext cx="11091672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900" b="1">
                <a:solidFill>
                  <a:srgbClr val="1D00C3"/>
                </a:solidFill>
                <a:latin typeface="Arial"/>
              </a:rPr>
              <a:t>Голос точки надёжен, только если угол между лучами заметно больше шума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486400"/>
            <a:ext cx="11091672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500" b="0">
                <a:solidFill>
                  <a:srgbClr val="6B6B76"/>
                </a:solidFill>
                <a:latin typeface="Arial"/>
              </a:rPr>
              <a:t>при угле порядка шума точка голосует почти случайно; при угле втрое больше шума голос уже верен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5897880"/>
            <a:ext cx="11091672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500" b="0">
                <a:solidFill>
                  <a:srgbClr val="7F5CFF"/>
                </a:solidFill>
                <a:latin typeface="Arial"/>
              </a:rPr>
              <a:t>перед голосованием отбрасывают точки с малым углом; если он мал почти у всех, база слишком короткая</a:t>
            </a:r>
          </a:p>
        </p:txBody>
      </p:sp>
      <p:pic>
        <p:nvPicPr>
          <p:cNvPr id="7" name="Picture 6" descr="vote_vs_parallax_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066078"/>
            <a:ext cx="11091672" cy="3720002"/>
          </a:xfrm>
          <a:prstGeom prst="rect">
            <a:avLst/>
          </a:prstGeom>
        </p:spPr>
      </p:pic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 wrap="none"/>
          <a:lstStyle/>
          <a:p>
            <a:pPr algn="l"/>
            <a:r>
              <a:rPr sz="2000" b="0">
                <a:solidFill>
                  <a:srgbClr val="FFFFFF"/>
                </a:solidFill>
                <a:latin typeface="Moscow University"/>
              </a:rPr>
              <a:t>Масштаба нет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047488"/>
            <a:ext cx="11091672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900" b="1">
                <a:solidFill>
                  <a:srgbClr val="1D00C3"/>
                </a:solidFill>
                <a:latin typeface="Arial"/>
              </a:rPr>
              <a:t>Сцена вдвое больше при вдвое большей базе даёт те же снимки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486400"/>
            <a:ext cx="11091672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500" b="0">
                <a:solidFill>
                  <a:srgbClr val="6B6B76"/>
                </a:solidFill>
                <a:latin typeface="Arial"/>
              </a:rPr>
              <a:t>по двум снимкам находят поворот, направление сдвига и форму сцены, но не длину базы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5897880"/>
            <a:ext cx="11091672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500" b="0">
                <a:solidFill>
                  <a:srgbClr val="7F5CFF"/>
                </a:solidFill>
                <a:latin typeface="Arial"/>
              </a:rPr>
              <a:t>длину берут извне: известный размер в сцене, вторая камера с известной базой, IMU</a:t>
            </a:r>
          </a:p>
        </p:txBody>
      </p:sp>
      <p:pic>
        <p:nvPicPr>
          <p:cNvPr id="7" name="Picture 6" descr="scale_ambiguity_pair_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969585"/>
            <a:ext cx="11091672" cy="3912988"/>
          </a:xfrm>
          <a:prstGeom prst="rect">
            <a:avLst/>
          </a:prstGeom>
        </p:spPr>
      </p:pic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 wrap="none"/>
          <a:lstStyle/>
          <a:p>
            <a:pPr algn="l"/>
            <a:r>
              <a:rPr sz="2000" b="0">
                <a:solidFill>
                  <a:srgbClr val="FFFFFF"/>
                </a:solidFill>
                <a:latin typeface="Moscow University"/>
              </a:rPr>
              <a:t>Дрейф масштаба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047488"/>
            <a:ext cx="11091672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900" b="1">
                <a:solidFill>
                  <a:srgbClr val="1D00C3"/>
                </a:solidFill>
                <a:latin typeface="Arial"/>
              </a:rPr>
              <a:t>В цепочке кадров масштаб каждой пары свой, и ошибка накапливается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486400"/>
            <a:ext cx="11091672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500" b="0">
                <a:solidFill>
                  <a:srgbClr val="6B6B76"/>
                </a:solidFill>
                <a:latin typeface="Arial"/>
              </a:rPr>
              <a:t>направления шагов верны, длины растут: к 40-й паре накопленный масштаб 1,81, петля не замкнулась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5897880"/>
            <a:ext cx="11091672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500" b="0">
                <a:solidFill>
                  <a:srgbClr val="7F5CFF"/>
                </a:solidFill>
                <a:latin typeface="Arial"/>
              </a:rPr>
              <a:t>как масштаб передают от пары к паре — лекция 5; как его правят при замыкании петли — лекция 15</a:t>
            </a:r>
          </a:p>
        </p:txBody>
      </p:sp>
      <p:pic>
        <p:nvPicPr>
          <p:cNvPr id="7" name="Picture 6" descr="scale_drift_chain_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7620" y="914400"/>
            <a:ext cx="10773710" cy="4023359"/>
          </a:xfrm>
          <a:prstGeom prst="rect">
            <a:avLst/>
          </a:prstGeom>
        </p:spPr>
      </p:pic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 wrap="none"/>
          <a:lstStyle/>
          <a:p>
            <a:pPr algn="l"/>
            <a:r>
              <a:rPr sz="2000" b="0">
                <a:solidFill>
                  <a:srgbClr val="FFFFFF"/>
                </a:solidFill>
                <a:latin typeface="Moscow University"/>
              </a:rPr>
              <a:t>Лучи не пересекаются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047488"/>
            <a:ext cx="11091672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900" b="1">
                <a:solidFill>
                  <a:srgbClr val="1D00C3"/>
                </a:solidFill>
                <a:latin typeface="Arial"/>
              </a:rPr>
              <a:t>Из-за шума два луча проходят мимо друг друга: точку надо выбрать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486400"/>
            <a:ext cx="11091672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500" b="0">
                <a:solidFill>
                  <a:srgbClr val="6B6B76"/>
                </a:solidFill>
                <a:latin typeface="Arial"/>
              </a:rPr>
              <a:t>шум выводит лучи из эпиполярной плоскости; кратчайший отрезок между ними — доли миллиметра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5897880"/>
            <a:ext cx="11091672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500" b="0">
                <a:solidFill>
                  <a:srgbClr val="7F5CFF"/>
                </a:solidFill>
                <a:latin typeface="Arial"/>
              </a:rPr>
              <a:t>поэтому триангуляция — это выбор точки по правилу, а не поиск пересечения</a:t>
            </a:r>
          </a:p>
        </p:txBody>
      </p:sp>
      <p:pic>
        <p:nvPicPr>
          <p:cNvPr id="7" name="Picture 6" descr="tri_skew_rays_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980821"/>
            <a:ext cx="11091672" cy="3890516"/>
          </a:xfrm>
          <a:prstGeom prst="rect">
            <a:avLst/>
          </a:prstGeom>
        </p:spPr>
      </p:pic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 wrap="none"/>
          <a:lstStyle/>
          <a:p>
            <a:pPr algn="l"/>
            <a:r>
              <a:rPr sz="2000" b="0">
                <a:solidFill>
                  <a:srgbClr val="FFFFFF"/>
                </a:solidFill>
                <a:latin typeface="Moscow University"/>
              </a:rPr>
              <a:t>Как выбрать точку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047488"/>
            <a:ext cx="11091672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900" b="1">
                <a:solidFill>
                  <a:srgbClr val="1D00C3"/>
                </a:solidFill>
                <a:latin typeface="Arial"/>
              </a:rPr>
              <a:t>Проще всего — середина отрезка между лучами; правильнее — промах в пикселях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486400"/>
            <a:ext cx="11091672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500" b="0">
                <a:solidFill>
                  <a:srgbClr val="6B6B76"/>
                </a:solidFill>
                <a:latin typeface="Arial"/>
              </a:rPr>
              <a:t>середина минимизирует расстояния до лучей в метрах, второй способ — сдвиги точек на снимках в пикселях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5897880"/>
            <a:ext cx="11091672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500" b="0">
                <a:solidFill>
                  <a:srgbClr val="7F5CFF"/>
                </a:solidFill>
                <a:latin typeface="Arial"/>
              </a:rPr>
              <a:t>промах в пикселях — ошибка репроекции, как в лекции 3; этот способ точнее, когда одна камера намного дальше</a:t>
            </a:r>
          </a:p>
        </p:txBody>
      </p:sp>
      <p:pic>
        <p:nvPicPr>
          <p:cNvPr id="7" name="Picture 6" descr="tri_midpoint_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128875"/>
            <a:ext cx="11091672" cy="3594409"/>
          </a:xfrm>
          <a:prstGeom prst="rect">
            <a:avLst/>
          </a:prstGeom>
        </p:spPr>
      </p:pic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 wrap="none"/>
          <a:lstStyle/>
          <a:p>
            <a:pPr algn="l"/>
            <a:r>
              <a:rPr sz="2000" b="0">
                <a:solidFill>
                  <a:srgbClr val="FFFFFF"/>
                </a:solidFill>
                <a:latin typeface="Moscow University"/>
              </a:rPr>
              <a:t>Два способа на одной точке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047488"/>
            <a:ext cx="11091672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900" b="1">
                <a:solidFill>
                  <a:srgbClr val="1D00C3"/>
                </a:solidFill>
                <a:latin typeface="Arial"/>
              </a:rPr>
              <a:t>При равных дальностях способы совпадают, при разных точнее промах в пикселях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486400"/>
            <a:ext cx="11091672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500" b="0">
                <a:solidFill>
                  <a:srgbClr val="6B6B76"/>
                </a:solidFill>
                <a:latin typeface="Arial"/>
              </a:rPr>
              <a:t>справа при мере в пикселях ошибка чаще всего около 1 мм, у середины — около 6 мм; DLT ведёт себя как середина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5897880"/>
            <a:ext cx="11091672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500" b="0">
                <a:solidFill>
                  <a:srgbClr val="7F5CFF"/>
                </a:solidFill>
                <a:latin typeface="Arial"/>
              </a:rPr>
              <a:t>при похожих дальностях хватает простого способа; дальше точку всё равно уточняют вместе с позой</a:t>
            </a:r>
          </a:p>
        </p:txBody>
      </p:sp>
      <p:pic>
        <p:nvPicPr>
          <p:cNvPr id="7" name="Picture 6" descr="tri_methods_compare_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969219"/>
            <a:ext cx="11091672" cy="3913721"/>
          </a:xfrm>
          <a:prstGeom prst="rect">
            <a:avLst/>
          </a:prstGeom>
        </p:spPr>
      </p:pic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 wrap="none"/>
          <a:lstStyle/>
          <a:p>
            <a:pPr algn="l"/>
            <a:r>
              <a:rPr sz="2000" b="0">
                <a:solidFill>
                  <a:srgbClr val="FFFFFF"/>
                </a:solidFill>
                <a:latin typeface="Moscow University"/>
              </a:rPr>
              <a:t>Угол между лучами решает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047488"/>
            <a:ext cx="11091672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900" b="1">
                <a:solidFill>
                  <a:srgbClr val="1D00C3"/>
                </a:solidFill>
                <a:latin typeface="Arial"/>
              </a:rPr>
              <a:t>При малом угле точка размазана вдоль лучей: глубина ненадёжна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486400"/>
            <a:ext cx="11091672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500" b="0">
                <a:solidFill>
                  <a:srgbClr val="6B6B76"/>
                </a:solidFill>
                <a:latin typeface="Arial"/>
              </a:rPr>
              <a:t>разброс вдоль лучей в разы больше; при той же дальности угол вдесятеро меньше — ошибка вдесятеро больше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5897880"/>
            <a:ext cx="11091672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500" b="0">
                <a:solidFill>
                  <a:srgbClr val="7F5CFF"/>
                </a:solidFill>
                <a:latin typeface="Arial"/>
              </a:rPr>
              <a:t>на снимках всё сходится; помогает не другой способ триангуляции, а база больше или третий снимок</a:t>
            </a:r>
          </a:p>
        </p:txBody>
      </p:sp>
      <p:pic>
        <p:nvPicPr>
          <p:cNvPr id="7" name="Picture 6" descr="tri_ellipsoid_law_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027617"/>
            <a:ext cx="11091672" cy="3796924"/>
          </a:xfrm>
          <a:prstGeom prst="rect">
            <a:avLst/>
          </a:prstGeom>
        </p:spPr>
      </p:pic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 wrap="none"/>
          <a:lstStyle/>
          <a:p>
            <a:pPr algn="l"/>
            <a:r>
              <a:rPr sz="2000" b="0">
                <a:solidFill>
                  <a:srgbClr val="FFFFFF"/>
                </a:solidFill>
                <a:latin typeface="Moscow University"/>
              </a:rPr>
              <a:t>Отсечка по углу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047488"/>
            <a:ext cx="11091672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900" b="1">
                <a:solidFill>
                  <a:srgbClr val="1D00C3"/>
                </a:solidFill>
                <a:latin typeface="Arial"/>
              </a:rPr>
              <a:t>Точки с малым углом между лучами выбрасывают до того, как строить облако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486400"/>
            <a:ext cx="11091672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500" b="0">
                <a:solidFill>
                  <a:srgbClr val="6B6B76"/>
                </a:solidFill>
                <a:latin typeface="Arial"/>
              </a:rPr>
              <a:t>малый угол — у далёких точек: при короткой базе они уходят первыми; из 1000 осталось 736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5897880"/>
            <a:ext cx="11091672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500" b="0">
                <a:solidFill>
                  <a:srgbClr val="7F5CFF"/>
                </a:solidFill>
                <a:latin typeface="Arial"/>
              </a:rPr>
              <a:t>отброшенная пара не ложная: её откладывают до третьего снимка (лекция 5)</a:t>
            </a:r>
          </a:p>
        </p:txBody>
      </p:sp>
      <p:pic>
        <p:nvPicPr>
          <p:cNvPr id="7" name="Picture 6" descr="tri_parallax_cutoff_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91510" y="914400"/>
            <a:ext cx="9005931" cy="4023359"/>
          </a:xfrm>
          <a:prstGeom prst="rect">
            <a:avLst/>
          </a:prstGeom>
        </p:spPr>
      </p:pic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 wrap="none"/>
          <a:lstStyle/>
          <a:p>
            <a:pPr algn="l"/>
            <a:r>
              <a:rPr sz="2000" b="0">
                <a:solidFill>
                  <a:srgbClr val="FFFFFF"/>
                </a:solidFill>
                <a:latin typeface="Moscow University"/>
              </a:rPr>
              <a:t>Совместное уточнение: что меняют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047488"/>
            <a:ext cx="11091672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900" b="1">
                <a:solidFill>
                  <a:srgbClr val="1D00C3"/>
                </a:solidFill>
                <a:latin typeface="Arial"/>
              </a:rPr>
              <a:t>Поза второй камеры и все точки меняются вместе, чтобы промахи стали меньше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486400"/>
            <a:ext cx="11091672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500" b="0">
                <a:solidFill>
                  <a:srgbClr val="6B6B76"/>
                </a:solidFill>
                <a:latin typeface="Arial"/>
              </a:rPr>
              <a:t>камера 1 и длина базы закреплены: иначе сдвиг, поворот и масштаб всей сцены ошибку не меняют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5897880"/>
            <a:ext cx="11091672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500" b="0">
                <a:solidFill>
                  <a:srgbClr val="7F5CFF"/>
                </a:solidFill>
                <a:latin typeface="Arial"/>
              </a:rPr>
              <a:t>промах — как в лекции 3: от найденной точки до прогноза модели, в пикселях, в каждом из снимков</a:t>
            </a:r>
          </a:p>
        </p:txBody>
      </p:sp>
      <p:pic>
        <p:nvPicPr>
          <p:cNvPr id="7" name="Picture 6" descr="ba_what_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980777"/>
            <a:ext cx="11091672" cy="3890604"/>
          </a:xfrm>
          <a:prstGeom prst="rect">
            <a:avLst/>
          </a:prstGeom>
        </p:spPr>
      </p:pic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 wrap="none"/>
          <a:lstStyle/>
          <a:p>
            <a:pPr algn="l"/>
            <a:r>
              <a:rPr sz="2000" b="0">
                <a:solidFill>
                  <a:srgbClr val="FFFFFF"/>
                </a:solidFill>
                <a:latin typeface="Moscow University"/>
              </a:rPr>
              <a:t>Шаг Левенберга–Марквардта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047488"/>
            <a:ext cx="11091672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900" b="1">
                <a:solidFill>
                  <a:srgbClr val="1D00C3"/>
                </a:solidFill>
                <a:latin typeface="Arial"/>
              </a:rPr>
              <a:t>Проекция, влияние, шаг, проверка — и снова, пока ошибка падает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486400"/>
            <a:ext cx="11091672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500" b="0">
                <a:solidFill>
                  <a:srgbClr val="6B6B76"/>
                </a:solidFill>
                <a:latin typeface="Arial"/>
              </a:rPr>
              <a:t>шаг меняет сразу позу и все точки; если ошибка выросла, шаг отменяют и берут короче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5897880"/>
            <a:ext cx="11091672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500" b="0">
                <a:solidFill>
                  <a:srgbClr val="7F5CFF"/>
                </a:solidFill>
                <a:latin typeface="Arial"/>
              </a:rPr>
              <a:t>тот же метод уточнял калибровку на семинаре 3; здесь к неизвестной позе добавились точки</a:t>
            </a:r>
          </a:p>
        </p:txBody>
      </p:sp>
      <p:pic>
        <p:nvPicPr>
          <p:cNvPr id="7" name="Picture 6" descr="lm_loop_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954090"/>
            <a:ext cx="11091672" cy="3943979"/>
          </a:xfrm>
          <a:prstGeom prst="rect">
            <a:avLst/>
          </a:prstGeom>
        </p:spPr>
      </p:pic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 wrap="none"/>
          <a:lstStyle/>
          <a:p>
            <a:pPr algn="l"/>
            <a:r>
              <a:rPr sz="2000" b="0">
                <a:solidFill>
                  <a:srgbClr val="FFFFFF"/>
                </a:solidFill>
                <a:latin typeface="Moscow University"/>
              </a:rPr>
              <a:t>Дожать всё вместе</a:t>
            </a:r>
          </a:p>
        </p:txBody>
      </p:sp>
      <p:pic>
        <p:nvPicPr>
          <p:cNvPr id="4" name="Picture 3" descr="head_b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249220" y="173736"/>
            <a:ext cx="2592259" cy="29260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5047488"/>
            <a:ext cx="11091672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900" b="1">
                <a:solidFill>
                  <a:srgbClr val="1D00C3"/>
                </a:solidFill>
                <a:latin typeface="Arial"/>
              </a:rPr>
              <a:t>Позу и точки уточняют совместно по ошибке репроекции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5486400"/>
            <a:ext cx="11091672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500" b="0">
                <a:solidFill>
                  <a:srgbClr val="6B6B76"/>
                </a:solidFill>
                <a:latin typeface="Arial"/>
              </a:rPr>
              <a:t>ошибка репроекции падает за один шаг, поза уточняется дальше — сильнее всего направление сдвига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5897880"/>
            <a:ext cx="11091672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500" b="0">
                <a:solidFill>
                  <a:srgbClr val="7F5CFF"/>
                </a:solidFill>
                <a:latin typeface="Arial"/>
              </a:rPr>
              <a:t>для многих снимков то же уточнение называют уравниванием связок — лекция 5</a:t>
            </a:r>
          </a:p>
        </p:txBody>
      </p:sp>
      <p:pic>
        <p:nvPicPr>
          <p:cNvPr id="8" name="Picture 7" descr="tri_ba_convergence_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8640" y="1080316"/>
            <a:ext cx="11091672" cy="3691527"/>
          </a:xfrm>
          <a:prstGeom prst="rect">
            <a:avLst/>
          </a:prstGeom>
        </p:spPr>
      </p:pic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 wrap="none"/>
          <a:lstStyle/>
          <a:p>
            <a:pPr algn="l"/>
            <a:r>
              <a:rPr sz="2000" b="0">
                <a:solidFill>
                  <a:srgbClr val="FFFFFF"/>
                </a:solidFill>
                <a:latin typeface="Moscow University"/>
              </a:rPr>
              <a:t>Итог двух снимков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047488"/>
            <a:ext cx="11091672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900" b="1">
                <a:solidFill>
                  <a:srgbClr val="1D00C3"/>
                </a:solidFill>
                <a:latin typeface="Arial"/>
              </a:rPr>
              <a:t>Позы двух камер и облако точек получены только из двух снимков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486400"/>
            <a:ext cx="11091672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500" b="0">
                <a:solidFill>
                  <a:srgbClr val="6B6B76"/>
                </a:solidFill>
                <a:latin typeface="Arial"/>
              </a:rPr>
              <a:t>поза второй камеры — из E и знака глубины; точки — триангуляцией с отсечкой по углу; всё уточнено вместе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5897880"/>
            <a:ext cx="11091672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500" b="0">
                <a:solidFill>
                  <a:srgbClr val="7F5CFF"/>
                </a:solidFill>
                <a:latin typeface="Arial"/>
              </a:rPr>
              <a:t>метров в облаке нет: длина базы принята за единицу, настоящую берут извне</a:t>
            </a:r>
          </a:p>
        </p:txBody>
      </p:sp>
      <p:pic>
        <p:nvPicPr>
          <p:cNvPr id="7" name="Picture 6" descr="two_view_result_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652" y="914400"/>
            <a:ext cx="10945647" cy="4023359"/>
          </a:xfrm>
          <a:prstGeom prst="rect">
            <a:avLst/>
          </a:prstGeom>
        </p:spPr>
      </p:pic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 wrap="none"/>
          <a:lstStyle/>
          <a:p>
            <a:pPr algn="l"/>
            <a:r>
              <a:rPr sz="2000" b="0">
                <a:solidFill>
                  <a:srgbClr val="FFFFFF"/>
                </a:solidFill>
                <a:latin typeface="Moscow University"/>
              </a:rPr>
              <a:t>Гомография и параллакс</a:t>
            </a:r>
          </a:p>
        </p:txBody>
      </p:sp>
      <p:pic>
        <p:nvPicPr>
          <p:cNvPr id="4" name="Picture 3" descr="head_hplan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29414" y="173736"/>
            <a:ext cx="3012065" cy="29260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5047488"/>
            <a:ext cx="11091672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900" b="1">
                <a:solidFill>
                  <a:srgbClr val="1D00C3"/>
                </a:solidFill>
                <a:latin typeface="Arial"/>
              </a:rPr>
              <a:t>Гомография переводит точку в точку, эпиполярная связь — точку в прямую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5486400"/>
            <a:ext cx="11091672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500" b="0">
                <a:solidFill>
                  <a:srgbClr val="6B6B76"/>
                </a:solidFill>
                <a:latin typeface="Arial"/>
              </a:rPr>
              <a:t>гомография — матрица 3×3: пиксель переходит в пиксель, прямые остаются прямыми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5897880"/>
            <a:ext cx="11091672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500" b="0">
                <a:solidFill>
                  <a:srgbClr val="7F5CFF"/>
                </a:solidFill>
                <a:latin typeface="Arial"/>
              </a:rPr>
              <a:t>в обычной сцене есть и то и другое: H описывает плоскость, а точки вне неё сдвигаются вдоль прямых</a:t>
            </a:r>
          </a:p>
        </p:txBody>
      </p:sp>
      <p:pic>
        <p:nvPicPr>
          <p:cNvPr id="8" name="Picture 7" descr="homog_vs_parallax_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3893" y="914400"/>
            <a:ext cx="11061164" cy="4023359"/>
          </a:xfrm>
          <a:prstGeom prst="rect">
            <a:avLst/>
          </a:prstGeom>
        </p:spPr>
      </p:pic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 wrap="none"/>
          <a:lstStyle/>
          <a:p>
            <a:pPr algn="l"/>
            <a:r>
              <a:rPr sz="2000" b="0">
                <a:solidFill>
                  <a:srgbClr val="FFFFFF"/>
                </a:solidFill>
                <a:latin typeface="Moscow University"/>
              </a:rPr>
              <a:t>Плоская сцена</a:t>
            </a:r>
          </a:p>
        </p:txBody>
      </p:sp>
      <p:pic>
        <p:nvPicPr>
          <p:cNvPr id="4" name="Picture 3" descr="head_homog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64793" y="173736"/>
            <a:ext cx="1276686" cy="29260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5047488"/>
            <a:ext cx="11091672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900" b="1">
                <a:solidFill>
                  <a:srgbClr val="1D00C3"/>
                </a:solidFill>
                <a:latin typeface="Arial"/>
              </a:rPr>
              <a:t>На плоскости глубину задаёт сама плоскость, и точка переходит в точку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5486400"/>
            <a:ext cx="11091672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500" b="0">
                <a:solidFill>
                  <a:srgbClr val="6B6B76"/>
                </a:solidFill>
                <a:latin typeface="Arial"/>
              </a:rPr>
              <a:t>так же связаны доска и её снимок в методе Чжана (семинар 3); одна матрица H на все точки плоскости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5897880"/>
            <a:ext cx="11091672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500" b="0">
                <a:solidFill>
                  <a:srgbClr val="7F5CFF"/>
                </a:solidFill>
                <a:latin typeface="Arial"/>
              </a:rPr>
              <a:t>эпиполь виден только по разнице глубин; если все точки на одной плоскости, F однозначно не находится</a:t>
            </a:r>
          </a:p>
        </p:txBody>
      </p:sp>
      <p:pic>
        <p:nvPicPr>
          <p:cNvPr id="8" name="Picture 7" descr="plane_two_views_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8640" y="1024004"/>
            <a:ext cx="11091672" cy="3804151"/>
          </a:xfrm>
          <a:prstGeom prst="rect">
            <a:avLst/>
          </a:prstGeom>
        </p:spPr>
      </p:pic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 wrap="none"/>
          <a:lstStyle/>
          <a:p>
            <a:pPr algn="l"/>
            <a:r>
              <a:rPr sz="2000" b="0">
                <a:solidFill>
                  <a:srgbClr val="FFFFFF"/>
                </a:solidFill>
                <a:latin typeface="Moscow University"/>
              </a:rPr>
              <a:t>Плоскость плюс параллакс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047488"/>
            <a:ext cx="11091672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900" b="1">
                <a:solidFill>
                  <a:srgbClr val="1D00C3"/>
                </a:solidFill>
                <a:latin typeface="Arial"/>
              </a:rPr>
              <a:t>Гомография пола переносит точки пола точно, остальные — с промахом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486400"/>
            <a:ext cx="11091672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500" b="0">
                <a:solidFill>
                  <a:srgbClr val="6B6B76"/>
                </a:solidFill>
                <a:latin typeface="Arial"/>
              </a:rPr>
              <a:t>промах идёт вдоль эпиполярной прямой точки: продолжения стрелок сходятся в эпиполе далеко за кадром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5897880"/>
            <a:ext cx="11091672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500" b="0">
                <a:solidFill>
                  <a:srgbClr val="7F5CFF"/>
                </a:solidFill>
                <a:latin typeface="Arial"/>
              </a:rPr>
              <a:t>на полу промаха нет, выше над полом он больше; H берёт на себя плоскость, остаток — параллакс над ней</a:t>
            </a:r>
          </a:p>
        </p:txBody>
      </p:sp>
      <p:pic>
        <p:nvPicPr>
          <p:cNvPr id="7" name="Picture 6" descr="plane_plus_parallax_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8779" y="914400"/>
            <a:ext cx="10891393" cy="4023359"/>
          </a:xfrm>
          <a:prstGeom prst="rect">
            <a:avLst/>
          </a:prstGeom>
        </p:spPr>
      </p:pic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 wrap="none"/>
          <a:lstStyle/>
          <a:p>
            <a:pPr algn="l"/>
            <a:r>
              <a:rPr sz="2000" b="0">
                <a:solidFill>
                  <a:srgbClr val="FFFFFF"/>
                </a:solidFill>
                <a:latin typeface="Moscow University"/>
              </a:rPr>
              <a:t>Поворот на месте</a:t>
            </a:r>
          </a:p>
        </p:txBody>
      </p:sp>
      <p:pic>
        <p:nvPicPr>
          <p:cNvPr id="4" name="Picture 3" descr="head_ro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60717" y="173736"/>
            <a:ext cx="1680762" cy="29260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5047488"/>
            <a:ext cx="11091672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900" b="1">
                <a:solidFill>
                  <a:srgbClr val="1D00C3"/>
                </a:solidFill>
                <a:latin typeface="Arial"/>
              </a:rPr>
              <a:t>При повороте на месте снимки тоже связаны гомографией 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5486400"/>
            <a:ext cx="11091672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500" b="0">
                <a:solidFill>
                  <a:srgbClr val="6B6B76"/>
                </a:solidFill>
                <a:latin typeface="Arial"/>
              </a:rPr>
              <a:t>снимок 2, пересчитанный через H, ложится на снимок 1 без шва; так склеивают панорамы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5897880"/>
            <a:ext cx="11091672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500" b="0">
                <a:solidFill>
                  <a:srgbClr val="7F5CFF"/>
                </a:solidFill>
                <a:latin typeface="Arial"/>
              </a:rPr>
              <a:t>базы нет — глубины нет, и E не существует; из такой пары находится только поворот</a:t>
            </a:r>
          </a:p>
        </p:txBody>
      </p:sp>
      <p:pic>
        <p:nvPicPr>
          <p:cNvPr id="8" name="Picture 7" descr="pure_rotation_mosaic_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8763" y="914400"/>
            <a:ext cx="11091424" cy="4023359"/>
          </a:xfrm>
          <a:prstGeom prst="rect">
            <a:avLst/>
          </a:prstGeom>
        </p:spPr>
      </p:pic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 wrap="none"/>
          <a:lstStyle/>
          <a:p>
            <a:pPr algn="l"/>
            <a:r>
              <a:rPr sz="2000" b="0">
                <a:solidFill>
                  <a:srgbClr val="FFFFFF"/>
                </a:solidFill>
                <a:latin typeface="Moscow University"/>
              </a:rPr>
              <a:t>Короткая база и выбор модели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047488"/>
            <a:ext cx="11091672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900" b="1">
                <a:solidFill>
                  <a:srgbClr val="1D00C3"/>
                </a:solidFill>
                <a:latin typeface="Arial"/>
              </a:rPr>
              <a:t>При короткой базе любая сцена выглядит как плоская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486400"/>
            <a:ext cx="11091672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500" b="0">
                <a:solidFill>
                  <a:srgbClr val="6B6B76"/>
                </a:solidFill>
                <a:latin typeface="Arial"/>
              </a:rPr>
              <a:t>промах одной H падает вместе с базой; ниже уровня шума F и H по данным не различить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5897880"/>
            <a:ext cx="11091672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500" b="0">
                <a:solidFill>
                  <a:srgbClr val="7F5CFF"/>
                </a:solidFill>
                <a:latin typeface="Arial"/>
              </a:rPr>
              <a:t>F и H оценивают вместе и сравнивают с учётом сложности; выиграла H — позу берут из H или пару пропускают</a:t>
            </a:r>
          </a:p>
        </p:txBody>
      </p:sp>
      <p:pic>
        <p:nvPicPr>
          <p:cNvPr id="7" name="Picture 6" descr="baseline_gric_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995911"/>
            <a:ext cx="11091672" cy="3860336"/>
          </a:xfrm>
          <a:prstGeom prst="rect">
            <a:avLst/>
          </a:prstGeom>
        </p:spPr>
      </p:pic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 wrap="none"/>
          <a:lstStyle/>
          <a:p>
            <a:pPr algn="l"/>
            <a:r>
              <a:rPr sz="2000" b="0">
                <a:solidFill>
                  <a:srgbClr val="FFFFFF"/>
                </a:solidFill>
                <a:latin typeface="Moscow University"/>
              </a:rPr>
              <a:t>Поза из гомографии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047488"/>
            <a:ext cx="11091672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900" b="1">
                <a:solidFill>
                  <a:srgbClr val="1D00C3"/>
                </a:solidFill>
                <a:latin typeface="Arial"/>
              </a:rPr>
              <a:t>Из H плоскости получают поворот, сдвиг и нормаль, но решений два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486400"/>
            <a:ext cx="11091672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500" b="0">
                <a:solidFill>
                  <a:srgbClr val="6B6B76"/>
                </a:solidFill>
                <a:latin typeface="Arial"/>
              </a:rPr>
              <a:t>оба решения дают одни и те же пиксели на обоих снимках: пол или наклонная плоскость с другим поворотом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5897880"/>
            <a:ext cx="11091672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500" b="0">
                <a:solidFill>
                  <a:srgbClr val="7F5CFF"/>
                </a:solidFill>
                <a:latin typeface="Arial"/>
              </a:rPr>
              <a:t>лишнее отсекает знак глубины: крутой луч к ближней точке встречает ложную плоскость позади камеры</a:t>
            </a:r>
          </a:p>
        </p:txBody>
      </p:sp>
      <p:pic>
        <p:nvPicPr>
          <p:cNvPr id="7" name="Picture 6" descr="homog_pose_two_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141213"/>
            <a:ext cx="11091672" cy="3569733"/>
          </a:xfrm>
          <a:prstGeom prst="rect">
            <a:avLst/>
          </a:prstGeom>
        </p:spPr>
      </p:pic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 wrap="none"/>
          <a:lstStyle/>
          <a:p>
            <a:pPr algn="l"/>
            <a:r>
              <a:rPr sz="2000" b="0">
                <a:solidFill>
                  <a:srgbClr val="FFFFFF"/>
                </a:solidFill>
                <a:latin typeface="Moscow University"/>
              </a:rPr>
              <a:t>Ректификация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047488"/>
            <a:ext cx="11091672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900" b="1">
                <a:solidFill>
                  <a:srgbClr val="1D00C3"/>
                </a:solidFill>
                <a:latin typeface="Arial"/>
              </a:rPr>
              <a:t>Снимки поворачивают так, чтобы эпиполярные прямые стали строками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486400"/>
            <a:ext cx="11091672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500" b="0">
                <a:solidFill>
                  <a:srgbClr val="6B6B76"/>
                </a:solidFill>
                <a:latin typeface="Arial"/>
              </a:rPr>
              <a:t>после поворота пара точек лежит в одной строке обоих снимков, и поиск идёт вдоль строки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5897880"/>
            <a:ext cx="11091672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500" b="0">
                <a:solidFill>
                  <a:srgbClr val="7F5CFF"/>
                </a:solidFill>
                <a:latin typeface="Arial"/>
              </a:rPr>
              <a:t>новой информации ректификация не добавляет, она упрощает поиск; плотное стерео — лекция 11</a:t>
            </a:r>
          </a:p>
        </p:txBody>
      </p:sp>
      <p:pic>
        <p:nvPicPr>
          <p:cNvPr id="7" name="Picture 6" descr="rectify_before_after_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636781"/>
            <a:ext cx="11091672" cy="2578597"/>
          </a:xfrm>
          <a:prstGeom prst="rect">
            <a:avLst/>
          </a:prstGeom>
        </p:spPr>
      </p:pic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 wrap="none"/>
          <a:lstStyle/>
          <a:p>
            <a:pPr algn="l"/>
            <a:r>
              <a:rPr sz="2000" b="0">
                <a:solidFill>
                  <a:srgbClr val="FFFFFF"/>
                </a:solidFill>
                <a:latin typeface="Moscow University"/>
              </a:rPr>
              <a:t>Откуда берутся строки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047488"/>
            <a:ext cx="11091672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900" b="1">
                <a:solidFill>
                  <a:srgbClr val="1D00C3"/>
                </a:solidFill>
                <a:latin typeface="Arial"/>
              </a:rPr>
              <a:t>Камеры поворачивают на месте, пока плоскости снимков не станут параллельны базе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486400"/>
            <a:ext cx="11091672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500" b="0">
                <a:solidFill>
                  <a:srgbClr val="6B6B76"/>
                </a:solidFill>
                <a:latin typeface="Arial"/>
              </a:rPr>
              <a:t>поворот на месте — гомография: каждый снимок перерисовывают без глубин, нужны только K и поза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5897880"/>
            <a:ext cx="11091672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500" b="0">
                <a:solidFill>
                  <a:srgbClr val="7F5CFF"/>
                </a:solidFill>
                <a:latin typeface="Arial"/>
              </a:rPr>
              <a:t>эпиполярная плоскость содержит базу и режет оба снимка по одной горизонтали — это общая строка</a:t>
            </a:r>
          </a:p>
        </p:txBody>
      </p:sp>
      <p:pic>
        <p:nvPicPr>
          <p:cNvPr id="7" name="Picture 6" descr="rectify_how_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2259" y="914400"/>
            <a:ext cx="10904433" cy="4023359"/>
          </a:xfrm>
          <a:prstGeom prst="rect">
            <a:avLst/>
          </a:prstGeom>
        </p:spPr>
      </p:pic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 wrap="none"/>
          <a:lstStyle/>
          <a:p>
            <a:pPr algn="l"/>
            <a:r>
              <a:rPr sz="2000" b="0">
                <a:solidFill>
                  <a:srgbClr val="FFFFFF"/>
                </a:solidFill>
                <a:latin typeface="Moscow University"/>
              </a:rPr>
              <a:t>Ошибка глубины в стереопаре</a:t>
            </a:r>
          </a:p>
        </p:txBody>
      </p:sp>
      <p:pic>
        <p:nvPicPr>
          <p:cNvPr id="4" name="Picture 3" descr="head_dz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021095" y="173736"/>
            <a:ext cx="1820384" cy="29260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5047488"/>
            <a:ext cx="11091672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900" b="1">
                <a:solidFill>
                  <a:srgbClr val="1D00C3"/>
                </a:solidFill>
                <a:latin typeface="Arial"/>
              </a:rPr>
              <a:t>После ректификации глубину находят по сдвигу точки вдоль строки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5486400"/>
            <a:ext cx="11091672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500" b="0">
                <a:solidFill>
                  <a:srgbClr val="6B6B76"/>
                </a:solidFill>
                <a:latin typeface="Arial"/>
              </a:rPr>
              <a:t>вдвое дальше — вдвое меньше сдвиг; четверть пикселя ошибки стоит 5,2 см на 5 м и 83 см на 20 м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5897880"/>
            <a:ext cx="11091672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500" b="0">
                <a:solidFill>
                  <a:srgbClr val="7F5CFF"/>
                </a:solidFill>
                <a:latin typeface="Arial"/>
              </a:rPr>
              <a:t>ошибка глубины растёт как квадрат дальности и падает с базой: база вдвое длиннее — ошибка вдвое меньше</a:t>
            </a:r>
          </a:p>
        </p:txBody>
      </p:sp>
      <p:pic>
        <p:nvPicPr>
          <p:cNvPr id="8" name="Picture 7" descr="depth_error_stereo_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8640" y="1145836"/>
            <a:ext cx="11091672" cy="3560486"/>
          </a:xfrm>
          <a:prstGeom prst="rect">
            <a:avLst/>
          </a:prstGeom>
        </p:spPr>
      </p:pic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 wrap="none"/>
          <a:lstStyle/>
          <a:p>
            <a:pPr algn="l"/>
            <a:r>
              <a:rPr sz="2000" b="0">
                <a:solidFill>
                  <a:srgbClr val="FFFFFF"/>
                </a:solidFill>
                <a:latin typeface="Moscow University"/>
              </a:rPr>
              <a:t>Без 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047488"/>
            <a:ext cx="11091672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900" b="1">
                <a:solidFill>
                  <a:srgbClr val="1D00C3"/>
                </a:solidFill>
                <a:latin typeface="Arial"/>
              </a:rPr>
              <a:t>По одной F сцена восстанавливается лишь с точностью до проективного искажения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486400"/>
            <a:ext cx="11091672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500" b="0">
                <a:solidFill>
                  <a:srgbClr val="6B6B76"/>
                </a:solidFill>
                <a:latin typeface="Arial"/>
              </a:rPr>
              <a:t>оба варианта дают те же два снимка; пол и стена плоские, но угол между ними 61° и 121°, коробка перекошена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5897880"/>
            <a:ext cx="11091672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500" b="0">
                <a:solidFill>
                  <a:srgbClr val="7F5CFF"/>
                </a:solidFill>
                <a:latin typeface="Arial"/>
              </a:rPr>
              <a:t>углы и отношения длин возвращает K — калибровка с семинара 3</a:t>
            </a:r>
          </a:p>
        </p:txBody>
      </p:sp>
      <p:pic>
        <p:nvPicPr>
          <p:cNvPr id="7" name="Picture 6" descr="proj_variants_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095107"/>
            <a:ext cx="11091672" cy="3661945"/>
          </a:xfrm>
          <a:prstGeom prst="rect">
            <a:avLst/>
          </a:prstGeom>
        </p:spPr>
      </p:pic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 wrap="none"/>
          <a:lstStyle/>
          <a:p>
            <a:pPr algn="l"/>
            <a:r>
              <a:rPr sz="2000" b="0">
                <a:solidFill>
                  <a:srgbClr val="FFFFFF"/>
                </a:solidFill>
                <a:latin typeface="Moscow University"/>
              </a:rPr>
              <a:t>Что переживает проективное искажение</a:t>
            </a:r>
          </a:p>
        </p:txBody>
      </p:sp>
      <p:pic>
        <p:nvPicPr>
          <p:cNvPr id="4" name="Picture 3" descr="head_c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41080" y="190511"/>
            <a:ext cx="3200399" cy="25905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5047488"/>
            <a:ext cx="11091672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900" b="1">
                <a:solidFill>
                  <a:srgbClr val="1D00C3"/>
                </a:solidFill>
                <a:latin typeface="Arial"/>
              </a:rPr>
              <a:t>Прямые и двойное отношение сохраняются, углы и отношения длин — нет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5486400"/>
            <a:ext cx="11091672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500" b="0">
                <a:solidFill>
                  <a:srgbClr val="6B6B76"/>
                </a:solidFill>
                <a:latin typeface="Arial"/>
              </a:rPr>
              <a:t>двойное отношение — отношение двух отношений длин; промежутки меняются, а оно у всех трёх 1,333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5897880"/>
            <a:ext cx="11091672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500" b="0">
                <a:solidFill>
                  <a:srgbClr val="7F5CFF"/>
                </a:solidFill>
                <a:latin typeface="Arial"/>
              </a:rPr>
              <a:t>по одной F мерить можно только то, что сохраняется; угол, который зависит от варианта, ничего не измеряет</a:t>
            </a:r>
          </a:p>
        </p:txBody>
      </p:sp>
      <p:pic>
        <p:nvPicPr>
          <p:cNvPr id="8" name="Picture 7" descr="cross_ratio_variants_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8639" y="1249772"/>
            <a:ext cx="11091672" cy="3352614"/>
          </a:xfrm>
          <a:prstGeom prst="rect">
            <a:avLst/>
          </a:prstGeom>
        </p:spPr>
      </p:pic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 wrap="none"/>
          <a:lstStyle/>
          <a:p>
            <a:pPr algn="l"/>
            <a:r>
              <a:rPr sz="2000" b="0">
                <a:solidFill>
                  <a:srgbClr val="FFFFFF"/>
                </a:solidFill>
                <a:latin typeface="Moscow University"/>
              </a:rPr>
              <a:t>Три ступени: проективная, аффинная, метрическая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047488"/>
            <a:ext cx="11091672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900" b="1">
                <a:solidFill>
                  <a:srgbClr val="1D00C3"/>
                </a:solidFill>
                <a:latin typeface="Arial"/>
              </a:rPr>
              <a:t>Каждая ступень возвращает часть геометрии: сначала параллельность, потом углы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486400"/>
            <a:ext cx="11091672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500" b="0">
                <a:solidFill>
                  <a:srgbClr val="6B6B76"/>
                </a:solidFill>
                <a:latin typeface="Arial"/>
              </a:rPr>
              <a:t>рёбра коробки сходятся на первой ступени и параллельны на второй; прямой угол со стеной есть только на третьей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5897880"/>
            <a:ext cx="11091672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500" b="0">
                <a:solidFill>
                  <a:srgbClr val="7F5CFF"/>
                </a:solidFill>
                <a:latin typeface="Arial"/>
              </a:rPr>
              <a:t>параллельность возвращают точки схода, углы и пропорции — K; масштаба не даёт ни одна ступень</a:t>
            </a:r>
          </a:p>
        </p:txBody>
      </p:sp>
      <p:pic>
        <p:nvPicPr>
          <p:cNvPr id="7" name="Picture 6" descr="stratification_variants_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199408"/>
            <a:ext cx="11091672" cy="3453343"/>
          </a:xfrm>
          <a:prstGeom prst="rect">
            <a:avLst/>
          </a:prstGeom>
        </p:spPr>
      </p:pic>
    </p:spTree>
  </p:cSld>
  <p:clrMapOvr>
    <a:masterClrMapping/>
  </p:clrMapOvr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 wrap="none"/>
          <a:lstStyle/>
          <a:p>
            <a:pPr algn="l"/>
            <a:r>
              <a:rPr sz="2000" b="0">
                <a:solidFill>
                  <a:srgbClr val="FFFFFF"/>
                </a:solidFill>
                <a:latin typeface="Moscow University"/>
              </a:rPr>
              <a:t>Семинар 4: от пары снимков до облака точек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047488"/>
            <a:ext cx="11091672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900" b="1">
                <a:solidFill>
                  <a:srgbClr val="1D00C3"/>
                </a:solidFill>
                <a:latin typeface="Arial"/>
              </a:rPr>
              <a:t>На семинаре вся цепочка лекции собирается на своих снимках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486400"/>
            <a:ext cx="11091672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500" b="0">
                <a:solidFill>
                  <a:srgbClr val="6B6B76"/>
                </a:solidFill>
                <a:latin typeface="Arial"/>
              </a:rPr>
              <a:t>дисторсию снимают до всего остального: иначе оценка E смещена систематически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5897880"/>
            <a:ext cx="11091672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500" b="0">
                <a:solidFill>
                  <a:srgbClr val="7F5CFF"/>
                </a:solidFill>
                <a:latin typeface="Arial"/>
              </a:rPr>
              <a:t>вход — K и дисторсия с семинара 3; каждый шаг сначала на NumPy, потом сверка с OpenCV</a:t>
            </a:r>
          </a:p>
        </p:txBody>
      </p:sp>
      <p:pic>
        <p:nvPicPr>
          <p:cNvPr id="7" name="Picture 6" descr="seminar4_pipeline_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095236"/>
            <a:ext cx="11091672" cy="3661686"/>
          </a:xfrm>
          <a:prstGeom prst="rect">
            <a:avLst/>
          </a:prstGeom>
        </p:spPr>
      </p:pic>
    </p:spTree>
  </p:cSld>
  <p:clrMapOvr>
    <a:masterClrMapping/>
  </p:clrMapOvr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 wrap="none"/>
          <a:lstStyle/>
          <a:p>
            <a:pPr algn="l"/>
            <a:r>
              <a:rPr sz="2000" b="0">
                <a:solidFill>
                  <a:srgbClr val="FFFFFF"/>
                </a:solidFill>
                <a:latin typeface="Moscow University"/>
              </a:rPr>
              <a:t>Дальше: третий снимок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047488"/>
            <a:ext cx="11091672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900" b="1">
                <a:solidFill>
                  <a:srgbClr val="1D00C3"/>
                </a:solidFill>
                <a:latin typeface="Arial"/>
              </a:rPr>
              <a:t>Третью камеру ставят по уже найденным точкам — так начинается SfM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486400"/>
            <a:ext cx="11091672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500" b="0">
                <a:solidFill>
                  <a:srgbClr val="6B6B76"/>
                </a:solidFill>
                <a:latin typeface="Arial"/>
              </a:rPr>
              <a:t>пара даёт позы и первые точки; позу третьей камеры находит PnP по этим точкам, новые точки триангулируют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5897880"/>
            <a:ext cx="11091672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500" b="0">
                <a:solidFill>
                  <a:srgbClr val="7F5CFF"/>
                </a:solidFill>
                <a:latin typeface="Arial"/>
              </a:rPr>
              <a:t>так снимок за снимком растёт реконструкция; всё вместе уточняют уравниванием связок — лекция 5</a:t>
            </a:r>
          </a:p>
        </p:txBody>
      </p:sp>
      <p:pic>
        <p:nvPicPr>
          <p:cNvPr id="7" name="Picture 6" descr="sfm_third_view_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069242"/>
            <a:ext cx="11091672" cy="3713674"/>
          </a:xfrm>
          <a:prstGeom prst="rect">
            <a:avLst/>
          </a:prstGeom>
        </p:spPr>
      </p:pic>
    </p:spTree>
  </p:cSld>
  <p:clrMapOvr>
    <a:masterClrMapping/>
  </p:clrMapOvr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 wrap="none"/>
          <a:lstStyle/>
          <a:p>
            <a:pPr algn="l"/>
            <a:r>
              <a:rPr sz="2000" b="0">
                <a:solidFill>
                  <a:srgbClr val="FFFFFF"/>
                </a:solidFill>
                <a:latin typeface="Moscow University"/>
              </a:rPr>
              <a:t>Заключение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97280"/>
            <a:ext cx="329184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800" b="0">
                <a:solidFill>
                  <a:srgbClr val="000000"/>
                </a:solidFill>
                <a:latin typeface="Arial"/>
              </a:rPr>
              <a:t>что даёт второй снимок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931920" y="1097280"/>
            <a:ext cx="7708392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800" b="0">
                <a:solidFill>
                  <a:srgbClr val="000000"/>
                </a:solidFill>
                <a:latin typeface="Arial"/>
              </a:rPr>
              <a:t>глубину через параллакс: близкое сдвигается сильнее далёкого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700784"/>
            <a:ext cx="329184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800" b="0">
                <a:solidFill>
                  <a:srgbClr val="000000"/>
                </a:solidFill>
                <a:latin typeface="Arial"/>
              </a:rPr>
              <a:t>где искать соответствие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931920" y="1700784"/>
            <a:ext cx="7708392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800" b="0">
                <a:solidFill>
                  <a:srgbClr val="000000"/>
                </a:solidFill>
                <a:latin typeface="Arial"/>
              </a:rPr>
              <a:t>на эпиполярной прямой: поиск из двумерного становится одномерным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304288"/>
            <a:ext cx="329184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800" b="0">
                <a:solidFill>
                  <a:srgbClr val="000000"/>
                </a:solidFill>
                <a:latin typeface="Arial"/>
              </a:rPr>
              <a:t>что связывает два снимка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931920" y="2304288"/>
            <a:ext cx="7708392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800" b="0">
                <a:solidFill>
                  <a:srgbClr val="000000"/>
                </a:solidFill>
                <a:latin typeface="Arial"/>
              </a:rPr>
              <a:t>одна матрица: E при известной K, F прямо в пикселях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2907792"/>
            <a:ext cx="329184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800" b="0">
                <a:solidFill>
                  <a:srgbClr val="000000"/>
                </a:solidFill>
                <a:latin typeface="Arial"/>
              </a:rPr>
              <a:t>что даёт 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931920" y="2907792"/>
            <a:ext cx="7708392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800" b="0">
                <a:solidFill>
                  <a:srgbClr val="000000"/>
                </a:solidFill>
                <a:latin typeface="Arial"/>
              </a:rPr>
              <a:t>движение без масштаба: поворот и направление сдвига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3511296"/>
            <a:ext cx="329184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800" b="0">
                <a:solidFill>
                  <a:srgbClr val="000000"/>
                </a:solidFill>
                <a:latin typeface="Arial"/>
              </a:rPr>
              <a:t>какие точки надёжны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931920" y="3511296"/>
            <a:ext cx="7708392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800" b="0">
                <a:solidFill>
                  <a:srgbClr val="000000"/>
                </a:solidFill>
                <a:latin typeface="Arial"/>
              </a:rPr>
              <a:t>с большим углом между лучами; точки с малым углом отбрасывают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4114800"/>
            <a:ext cx="329184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800" b="0">
                <a:solidFill>
                  <a:srgbClr val="000000"/>
                </a:solidFill>
                <a:latin typeface="Arial"/>
              </a:rPr>
              <a:t>когда не работает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931920" y="4114800"/>
            <a:ext cx="7708392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800" b="0">
                <a:solidFill>
                  <a:srgbClr val="000000"/>
                </a:solidFill>
                <a:latin typeface="Arial"/>
              </a:rPr>
              <a:t>плоская сцена и поворот на месте: снимки связывает гомография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5120640"/>
            <a:ext cx="11091672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600" b="0">
                <a:solidFill>
                  <a:srgbClr val="000000"/>
                </a:solidFill>
                <a:latin typeface="Arial"/>
              </a:rPr>
              <a:t>Лекция 5 — откуда берутся соответствия, третий снимок, SfM и уравнивание связок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5532120"/>
            <a:ext cx="11091672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600" b="0">
                <a:solidFill>
                  <a:srgbClr val="000000"/>
                </a:solidFill>
                <a:latin typeface="Arial"/>
              </a:rPr>
              <a:t>Семинар 4 — та же цепочка на своих снимках; K и дисторсия — из семинара 3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xmlns:p="http://schemas.openxmlformats.org/presentationml/2006/main" name="Специальное оформление">
  <a:themeElements>
    <a:clrScheme name="Стандартная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Стандартная">
      <a:majorFont>
        <a:latin typeface="Aptos Display"/>
        <a:ea typeface="Arial"/>
        <a:cs typeface="Arial"/>
      </a:majorFont>
      <a:minorFont>
        <a:latin typeface="Aptos"/>
        <a:ea typeface="Arial"/>
        <a:cs typeface="Arial"/>
      </a:minorFont>
    </a:fontScheme>
    <a:fmtScheme name="Стандартная">
      <a:fillStyleLst>
        <a:solidFill>
          <a:schemeClr val="phClr"/>
        </a:solidFill>
        <a:gradFill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 bwMode="auto"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</a:theme>
</file>

<file path=ppt/theme/theme2.xml><?xml version="1.0" encoding="utf-8"?>
<a:theme xmlns:a="http://schemas.openxmlformats.org/drawingml/2006/main" xmlns:r="http://schemas.openxmlformats.org/officeDocument/2006/relationships" xmlns:p="http://schemas.openxmlformats.org/presentationml/2006/main" name="1_Специальное оформление">
  <a:themeElements>
    <a:clrScheme name="Стандартная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Другая 1">
      <a:majorFont>
        <a:latin typeface="Moscow University"/>
        <a:ea typeface="Arial"/>
        <a:cs typeface="Arial"/>
      </a:majorFont>
      <a:minorFont>
        <a:latin typeface="Moscow University"/>
        <a:ea typeface="Arial"/>
        <a:cs typeface="Arial"/>
      </a:minorFont>
    </a:fontScheme>
    <a:fmtScheme name="Стандартная">
      <a:fillStyleLst>
        <a:solidFill>
          <a:schemeClr val="phClr"/>
        </a:solidFill>
        <a:gradFill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 bwMode="auto"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</a:theme>
</file>

<file path=ppt/theme/theme3.xml><?xml version="1.0" encoding="utf-8"?>
<a:theme xmlns:a="http://schemas.openxmlformats.org/drawingml/2006/main" xmlns:r="http://schemas.openxmlformats.org/officeDocument/2006/relationships" xmlns:p="http://schemas.openxmlformats.org/presentationml/2006/main" name="2_Специальное оформление">
  <a:themeElements>
    <a:clrScheme name="Стандартная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Стандартная">
      <a:majorFont>
        <a:latin typeface="Aptos Display"/>
        <a:ea typeface="Arial"/>
        <a:cs typeface="Arial"/>
      </a:majorFont>
      <a:minorFont>
        <a:latin typeface="Aptos"/>
        <a:ea typeface="Arial"/>
        <a:cs typeface="Arial"/>
      </a:minorFont>
    </a:fontScheme>
    <a:fmtScheme name="Стандартная">
      <a:fillStyleLst>
        <a:solidFill>
          <a:schemeClr val="phClr"/>
        </a:solidFill>
        <a:gradFill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 bwMode="auto"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</a:theme>
</file>

<file path=ppt/theme/theme4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Words>0</Words>
  <Application>R7-Office/2024.1.1.375</Application>
  <DocSecurity>0</DocSecurity>
  <PresentationFormat>Широкоэкранный</PresentationFormat>
  <Paragraphs>0</Paragraphs>
  <Slides>18</Slides>
  <Notes>18</Notes>
  <HiddenSlides>0</HiddenSlides>
  <MMClips>2</MMClips>
  <ScaleCrop>0</ScaleCrop>
  <HeadingPairs>
    <vt:vector size="4" baseType="variant">
      <vt:variant>
        <vt:lpstr>Theme</vt:lpstr>
      </vt:variant>
      <vt:variant>
        <vt:i4>3</vt:i4>
      </vt:variant>
      <vt:variant>
        <vt:lpstr>Slide Titles</vt:lpstr>
      </vt:variant>
      <vt:variant>
        <vt:i4>18</vt:i4>
      </vt:variant>
    </vt:vector>
  </HeadingPairs>
  <TitlesOfParts>
    <vt:vector size="21" baseType="lpstr">
      <vt:lpstr>Theme 1</vt:lpstr>
      <vt:lpstr>Theme 2</vt:lpstr>
      <vt:lpstr>Theme 3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</vt:vector>
  </TitlesOfParts>
  <Manager/>
  <Company/>
  <LinksUpToDate>0</LinksUpToDate>
  <SharedDoc>0</SharedDoc>
  <HyperlinkBase/>
  <HyperlinksChanged>0</HyperlinksChanged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Лекция 4. Двухвидовая геометрия</dc:title>
  <dc:subject>3D компьютерное зрение и графика</dc:subject>
  <dc:creator>Жемчужников Дмитрий Сергеевич</dc:creator>
  <cp:keywords/>
  <dc:description/>
  <dc:identifier/>
  <dc:language/>
  <cp:lastModifiedBy>Жемчужников Дмитрий Сергеевич</cp:lastModifiedBy>
  <cp:revision>56</cp:revision>
  <dcterms:created xsi:type="dcterms:W3CDTF">2026-07-02T07:34:51Z</dcterms:created>
  <dcterms:modified xsi:type="dcterms:W3CDTF">2026-09-01T12:43:30Z</dcterms:modified>
  <cp:category/>
  <cp:contentStatus/>
  <cp:version/>
</cp:coreProperties>
</file>