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openxmlformats-officedocument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Quick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  <p:sldMasterId id="2147483656" r:id="rId2"/>
    <p:sldMasterId id="2147483666" r:id="rId3"/>
  </p:sldMasterIdLst>
  <p:sldIdLst>
    <p:sldId id="256" r:id="rId10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9"/>
    <p:sldId id="271" r:id="rId8"/>
    <p:sldId id="272" r:id="rId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07" r:id="rId62"/>
    <p:sldId id="308" r:id="rId63"/>
    <p:sldId id="309" r:id="rId64"/>
    <p:sldId id="310" r:id="rId65"/>
    <p:sldId id="311" r:id="rId66"/>
    <p:sldId id="312" r:id="rId67"/>
    <p:sldId id="313" r:id="rId68"/>
    <p:sldId id="314" r:id="rId69"/>
    <p:sldId id="315" r:id="rId70"/>
    <p:sldId id="316" r:id="rId71"/>
    <p:sldId id="317" r:id="rId72"/>
    <p:sldId id="318" r:id="rId73"/>
    <p:sldId id="319" r:id="rId74"/>
    <p:sldId id="320" r:id="rId75"/>
    <p:sldId id="321" r:id="rId76"/>
    <p:sldId id="322" r:id="rId77"/>
    <p:sldId id="323" r:id="rId78"/>
    <p:sldId id="324" r:id="rId79"/>
    <p:sldId id="325" r:id="rId80"/>
    <p:sldId id="326" r:id="rId81"/>
    <p:sldId id="327" r:id="rId82"/>
    <p:sldId id="328" r:id="rId83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83" d="100"/>
          <a:sy n="83" d="100"/>
        </p:scale>
        <p:origin x="408" y="54"/>
      </p:cViewPr>
      <p:guideLst>
        <p:guide pos="2160" orient="horz"/>
        <p:guide pos="3840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theme" Target="theme/theme1.xml"/><Relationship Id="rId5" Type="http://schemas.openxmlformats.org/officeDocument/2006/relationships/theme" Target="theme/theme2.xml"/><Relationship Id="rId6" Type="http://schemas.openxmlformats.org/officeDocument/2006/relationships/theme" Target="theme/theme3.xml"/><Relationship Id="rId7" Type="http://schemas.openxmlformats.org/officeDocument/2006/relationships/slide" Target="slides/slide17.xml"/><Relationship Id="rId8" Type="http://schemas.openxmlformats.org/officeDocument/2006/relationships/slide" Target="slides/slide16.xml"/><Relationship Id="rId9" Type="http://schemas.openxmlformats.org/officeDocument/2006/relationships/slide" Target="slides/slide15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presProps" Target="presProps.xml"/><Relationship Id="rId26" Type="http://schemas.openxmlformats.org/officeDocument/2006/relationships/tableStyles" Target="tableStyles.xml"/><Relationship Id="rId27" Type="http://schemas.openxmlformats.org/officeDocument/2006/relationships/viewProps" Target="viewProps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59" Type="http://schemas.openxmlformats.org/officeDocument/2006/relationships/slide" Target="slides/slide49.xml"/><Relationship Id="rId60" Type="http://schemas.openxmlformats.org/officeDocument/2006/relationships/slide" Target="slides/slide50.xml"/><Relationship Id="rId61" Type="http://schemas.openxmlformats.org/officeDocument/2006/relationships/slide" Target="slides/slide51.xml"/><Relationship Id="rId62" Type="http://schemas.openxmlformats.org/officeDocument/2006/relationships/slide" Target="slides/slide52.xml"/><Relationship Id="rId63" Type="http://schemas.openxmlformats.org/officeDocument/2006/relationships/slide" Target="slides/slide53.xml"/><Relationship Id="rId64" Type="http://schemas.openxmlformats.org/officeDocument/2006/relationships/slide" Target="slides/slide54.xml"/><Relationship Id="rId65" Type="http://schemas.openxmlformats.org/officeDocument/2006/relationships/slide" Target="slides/slide55.xml"/><Relationship Id="rId66" Type="http://schemas.openxmlformats.org/officeDocument/2006/relationships/slide" Target="slides/slide56.xml"/><Relationship Id="rId67" Type="http://schemas.openxmlformats.org/officeDocument/2006/relationships/slide" Target="slides/slide57.xml"/><Relationship Id="rId68" Type="http://schemas.openxmlformats.org/officeDocument/2006/relationships/slide" Target="slides/slide58.xml"/><Relationship Id="rId69" Type="http://schemas.openxmlformats.org/officeDocument/2006/relationships/slide" Target="slides/slide59.xml"/><Relationship Id="rId70" Type="http://schemas.openxmlformats.org/officeDocument/2006/relationships/slide" Target="slides/slide60.xml"/><Relationship Id="rId71" Type="http://schemas.openxmlformats.org/officeDocument/2006/relationships/slide" Target="slides/slide61.xml"/><Relationship Id="rId72" Type="http://schemas.openxmlformats.org/officeDocument/2006/relationships/slide" Target="slides/slide62.xml"/><Relationship Id="rId73" Type="http://schemas.openxmlformats.org/officeDocument/2006/relationships/slide" Target="slides/slide63.xml"/><Relationship Id="rId74" Type="http://schemas.openxmlformats.org/officeDocument/2006/relationships/slide" Target="slides/slide64.xml"/><Relationship Id="rId75" Type="http://schemas.openxmlformats.org/officeDocument/2006/relationships/slide" Target="slides/slide65.xml"/><Relationship Id="rId76" Type="http://schemas.openxmlformats.org/officeDocument/2006/relationships/slide" Target="slides/slide66.xml"/><Relationship Id="rId77" Type="http://schemas.openxmlformats.org/officeDocument/2006/relationships/slide" Target="slides/slide67.xml"/><Relationship Id="rId78" Type="http://schemas.openxmlformats.org/officeDocument/2006/relationships/slide" Target="slides/slide68.xml"/><Relationship Id="rId79" Type="http://schemas.openxmlformats.org/officeDocument/2006/relationships/slide" Target="slides/slide69.xml"/><Relationship Id="rId80" Type="http://schemas.openxmlformats.org/officeDocument/2006/relationships/slide" Target="slides/slide70.xml"/><Relationship Id="rId81" Type="http://schemas.openxmlformats.org/officeDocument/2006/relationships/slide" Target="slides/slide71.xml"/><Relationship Id="rId82" Type="http://schemas.openxmlformats.org/officeDocument/2006/relationships/slide" Target="slides/slide72.xml"/><Relationship Id="rId83" Type="http://schemas.openxmlformats.org/officeDocument/2006/relationships/slide" Target="slides/slide73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hart>
    <c:title>
      <c:layout/>
      <c:overlay val="0"/>
      <c:spPr bwMode="auto">
        <a:prstGeom prst="rect">
          <a:avLst/>
        </a:prstGeom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50" b="0" i="0" u="none" strike="noStrike" spc="0">
              <a:solidFill>
                <a:schemeClr val="tx1">
                  <a:lumMod val="65000"/>
                  <a:lumOff val="35000"/>
                </a:schemeClr>
              </a:solidFill>
              <a:latin typeface="Moscow University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 xml:space="preserve">Ряд 1</c:v>
                </c:pt>
              </c:strCache>
            </c:strRef>
          </c:tx>
          <c:spPr bwMode="auto">
            <a:prstGeom prst="rect">
              <a:avLst/>
            </a:prstGeom>
            <a:solidFill>
              <a:srgbClr val="7F5CFF"/>
            </a:solidFill>
            <a:ln>
              <a:noFill/>
            </a:ln>
            <a:effectLst/>
          </c:spPr>
          <c:invertIfNegative val="0"/>
          <c:cat>
            <c:strRef>
              <c:f>Лист1!$A$2:$A$7</c:f>
              <c:strCache>
                <c:ptCount val="6"/>
                <c:pt idx="0">
                  <c:v xml:space="preserve">Категория 1</c:v>
                </c:pt>
                <c:pt idx="1">
                  <c:v xml:space="preserve">Категория 2</c:v>
                </c:pt>
                <c:pt idx="2">
                  <c:v xml:space="preserve">Категория 3</c:v>
                </c:pt>
                <c:pt idx="3">
                  <c:v xml:space="preserve">Категория 4</c:v>
                </c:pt>
                <c:pt idx="4">
                  <c:v xml:space="preserve">Категория 5</c:v>
                </c:pt>
                <c:pt idx="5">
                  <c:v xml:space="preserve">Категория 6</c:v>
                </c:pt>
              </c:strCache>
            </c:strRef>
          </c:cat>
          <c:val>
            <c:numRef>
              <c:f>Лист1!$B$2:$B$7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2.5</c:v>
                </c:pt>
                <c:pt idx="5">
                  <c:v>3.5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 xml:space="preserve">Ряд 2</c:v>
                </c:pt>
              </c:strCache>
            </c:strRef>
          </c:tx>
          <c:spPr bwMode="auto">
            <a:prstGeom prst="rect">
              <a:avLst/>
            </a:prstGeom>
            <a:solidFill>
              <a:srgbClr val="1D13C3"/>
            </a:solidFill>
            <a:ln>
              <a:noFill/>
            </a:ln>
            <a:effectLst/>
          </c:spPr>
          <c:invertIfNegative val="0"/>
          <c:cat>
            <c:strRef>
              <c:f>Лист1!$A$2:$A$7</c:f>
              <c:strCache>
                <c:ptCount val="6"/>
                <c:pt idx="0">
                  <c:v xml:space="preserve">Категория 1</c:v>
                </c:pt>
                <c:pt idx="1">
                  <c:v xml:space="preserve">Категория 2</c:v>
                </c:pt>
                <c:pt idx="2">
                  <c:v xml:space="preserve">Категория 3</c:v>
                </c:pt>
                <c:pt idx="3">
                  <c:v xml:space="preserve">Категория 4</c:v>
                </c:pt>
                <c:pt idx="4">
                  <c:v xml:space="preserve">Категория 5</c:v>
                </c:pt>
                <c:pt idx="5">
                  <c:v xml:space="preserve">Категория 6</c:v>
                </c:pt>
              </c:strCache>
            </c:strRef>
          </c:cat>
          <c:val>
            <c:numRef>
              <c:f>Лист1!$C$2:$C$7</c:f>
              <c:numCache>
                <c:formatCode>General</c:formatCode>
                <c:ptCount val="6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  <c:pt idx="4">
                  <c:v>4.4</c:v>
                </c:pt>
                <c:pt idx="5">
                  <c:v>1.8</c:v>
                </c:pt>
              </c:numCache>
            </c:numRef>
          </c:val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 xml:space="preserve">Ряд 3</c:v>
                </c:pt>
              </c:strCache>
            </c:strRef>
          </c:tx>
          <c:spPr bwMode="auto"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Лист1!$A$2:$A$7</c:f>
              <c:strCache>
                <c:ptCount val="6"/>
                <c:pt idx="0">
                  <c:v xml:space="preserve">Категория 1</c:v>
                </c:pt>
                <c:pt idx="1">
                  <c:v xml:space="preserve">Категория 2</c:v>
                </c:pt>
                <c:pt idx="2">
                  <c:v xml:space="preserve">Категория 3</c:v>
                </c:pt>
                <c:pt idx="3">
                  <c:v xml:space="preserve">Категория 4</c:v>
                </c:pt>
                <c:pt idx="4">
                  <c:v xml:space="preserve">Категория 5</c:v>
                </c:pt>
                <c:pt idx="5">
                  <c:v xml:space="preserve">Категория 6</c:v>
                </c:pt>
              </c:strCache>
            </c:strRef>
          </c:cat>
          <c:val>
            <c:numRef>
              <c:f>Лист1!$D$2:$D$7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2</c:v>
                </c:pt>
                <c:pt idx="5">
                  <c:v>3</c:v>
                </c:pt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gapWidth val="219"/>
        <c:overlap val="-27"/>
        <c:axId val="513437424"/>
        <c:axId val="513435856"/>
      </c:barChart>
      <c:catAx>
        <c:axId val="513437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tx1">
                    <a:lumMod val="65000"/>
                    <a:lumOff val="35000"/>
                  </a:schemeClr>
                </a:solidFill>
                <a:latin typeface="Moscow University"/>
                <a:ea typeface="Arial"/>
                <a:cs typeface="Arial"/>
              </a:defRPr>
            </a:pPr>
            <a:endParaRPr lang="ru-RU"/>
          </a:p>
        </c:txPr>
        <c:crossAx val="513435856"/>
        <c:crosses val="autoZero"/>
        <c:auto val="1"/>
        <c:lblAlgn val="ctr"/>
        <c:lblOffset val="100"/>
        <c:noMultiLvlLbl val="0"/>
      </c:catAx>
      <c:valAx>
        <c:axId val="513435856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tx1">
                    <a:lumMod val="65000"/>
                    <a:lumOff val="35000"/>
                  </a:schemeClr>
                </a:solidFill>
                <a:latin typeface="Moscow University"/>
                <a:ea typeface="Arial"/>
                <a:cs typeface="Arial"/>
              </a:defRPr>
            </a:pPr>
            <a:endParaRPr lang="ru-RU"/>
          </a:p>
        </c:txPr>
        <c:crossAx val="51343742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legend>
      <c:legendPos val="b"/>
      <c:layout/>
      <c:overlay val="0"/>
      <c:spPr bwMode="auto">
        <a:prstGeom prst="rect">
          <a:avLst/>
        </a:prstGeom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>
              <a:solidFill>
                <a:schemeClr val="tx1">
                  <a:lumMod val="65000"/>
                  <a:lumOff val="35000"/>
                </a:schemeClr>
              </a:solidFill>
              <a:latin typeface="Moscow University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 bwMode="auto">
    <a:xfrm>
      <a:off x="346231" y="2710831"/>
      <a:ext cx="11488504" cy="2872673"/>
    </a:xfrm>
    <a:prstGeom prst="rect">
      <a:avLst/>
    </a:prstGeom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5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  <a:miter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  <cs:dataPointMarkerLayout symbol="circle" size="5"/>
</cs:chartStyle>
</file>

<file path=ppt/diagrams/_rels/data1.xml.rels><?xml version='1.0' encoding='UTF-8' standalone='yes'?>
<Relationships xmlns="http://schemas.openxmlformats.org/package/2006/relationships"><Relationship Id="rId1" Type="http://schemas.microsoft.com/office/2007/relationships/diagramDrawing" Target="drawing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36637650-5568-4265-9843-3D71C5E25DB2}" type="doc">
      <dgm:prSet loTypeId="urn:microsoft.com/office/officeart/2005/8/layout/cycle8" loCatId="cycle" qsTypeId="urn:microsoft.com/office/officeart/2005/8/quickstyle/simple3" qsCatId="simple" csTypeId="urn:microsoft.com/office/officeart/2005/8/colors/accent1_3" csCatId="accent1" phldr="1"/>
      <dgm:spPr bwMode="auto"/>
    </dgm:pt>
    <dgm:pt modelId="{BC7C4AB9-4F17-4233-8411-7251DF85471F}">
      <dgm:prSet phldr="1" phldrT="[Текст]" custT="1"/>
      <dgm:spPr bwMode="auto">
        <a:solidFill>
          <a:schemeClr val="bg1"/>
        </a:solidFill>
      </dgm:spPr>
      <dgm:t>
        <a:bodyPr/>
        <a:lstStyle/>
        <a:p>
          <a:pPr>
            <a:defRPr/>
          </a:pPr>
          <a:endParaRPr lang="ru-RU" sz="2400">
            <a:latin typeface="Moscow University"/>
          </a:endParaRPr>
        </a:p>
      </dgm:t>
    </dgm:pt>
    <dgm:pt modelId="{4D1B6542-4F40-4C1F-8DAD-79B4EA500E9C}" type="parTrans" cxnId="{580ED98C-2AF9-4592-A7B6-C44305DDFB99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42038D4E-13B9-4D06-885D-8A1FE11703DB}" type="sibTrans" cxnId="{580ED98C-2AF9-4592-A7B6-C44305DDFB99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54D7DDA8-F7E2-491F-93DA-2EE1A5DFCC7E}">
      <dgm:prSet phldr="1" phldrT="[Текст]" custT="1"/>
      <dgm:spPr bwMode="auto">
        <a:solidFill>
          <a:schemeClr val="bg1"/>
        </a:solidFill>
      </dgm:spPr>
      <dgm:t>
        <a:bodyPr/>
        <a:lstStyle/>
        <a:p>
          <a:pPr>
            <a:defRPr/>
          </a:pPr>
          <a:endParaRPr lang="ru-RU" sz="2400">
            <a:latin typeface="Moscow University"/>
          </a:endParaRPr>
        </a:p>
      </dgm:t>
    </dgm:pt>
    <dgm:pt modelId="{217E9438-4EBD-4A8F-9457-562DA6ECFC53}" type="parTrans" cxnId="{33A1C034-587C-4B26-82AC-7EC3215CE04C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37274E3F-2A7A-4396-B9EC-B0C21A9D897E}" type="sibTrans" cxnId="{33A1C034-587C-4B26-82AC-7EC3215CE04C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58BA48D-E25C-4E23-BAB2-3A1FA380247A}">
      <dgm:prSet phldr="1" phldrT="[Текст]" custT="1"/>
      <dgm:spPr bwMode="auto">
        <a:solidFill>
          <a:schemeClr val="bg1"/>
        </a:solidFill>
      </dgm:spPr>
      <dgm:t>
        <a:bodyPr/>
        <a:lstStyle/>
        <a:p>
          <a:pPr>
            <a:defRPr/>
          </a:pPr>
          <a:endParaRPr lang="ru-RU" sz="2400">
            <a:latin typeface="Moscow University"/>
          </a:endParaRPr>
        </a:p>
      </dgm:t>
    </dgm:pt>
    <dgm:pt modelId="{BF68DAA7-B179-4636-BF26-229B42C8EFAD}" type="parTrans" cxnId="{8896DBD5-7F08-429F-BFD7-63FCEADBDEC5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78300CE-B48F-4B95-8F56-6636FAAFBC80}" type="sibTrans" cxnId="{8896DBD5-7F08-429F-BFD7-63FCEADBDEC5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6EC3DF62-3D23-498B-B139-517B1FD449E9}" type="pres">
      <dgm:prSet presAssocID="{36637650-5568-4265-9843-3D71C5E25DB2}" presName="compositeShape" presStyleCnt="0">
        <dgm:presLayoutVars>
          <dgm:chMax val="7"/>
          <dgm:dir val="norm"/>
          <dgm:resizeHandles val="exact"/>
        </dgm:presLayoutVars>
      </dgm:prSet>
      <dgm:spPr bwMode="auto"/>
    </dgm:pt>
    <dgm:pt modelId="{65D4209F-A964-436D-8273-2ECC920A3303}" type="pres">
      <dgm:prSet presAssocID="{36637650-5568-4265-9843-3D71C5E25DB2}" presName="wedge1" presStyleLbl="node1" presStyleIdx="0" presStyleCnt="3"/>
      <dgm:spPr bwMode="auto"/>
    </dgm:pt>
    <dgm:pt modelId="{D8F88E94-5889-4916-8E16-AA51DFF5CDB0}" type="pres">
      <dgm:prSet presAssocID="{36637650-5568-4265-9843-3D71C5E25DB2}" presName="dummy1a" presStyleCnt="0"/>
      <dgm:spPr bwMode="auto"/>
    </dgm:pt>
    <dgm:pt modelId="{9BE314FE-7BD8-4616-872C-0B34E039C681}" type="pres">
      <dgm:prSet presAssocID="{36637650-5568-4265-9843-3D71C5E25DB2}" presName="dummy1b" presStyleCnt="0"/>
      <dgm:spPr bwMode="auto"/>
    </dgm:pt>
    <dgm:pt modelId="{5B9A9599-E5DC-40C7-8A33-F108EECF75E1}" type="pres">
      <dgm:prSet presAssocID="{36637650-5568-4265-9843-3D71C5E25DB2}" presName="wedge1Tx" presStyleLbl="node1" presStyleIdx="0" presStyleCnt="3">
        <dgm:presLayoutVars>
          <dgm:chMax val="0"/>
          <dgm:chPref val="0"/>
          <dgm:bulletEnabled val="1"/>
        </dgm:presLayoutVars>
      </dgm:prSet>
      <dgm:spPr bwMode="auto"/>
    </dgm:pt>
    <dgm:pt modelId="{9D2E7DE7-5D8B-48AD-9CFA-A6F9ADC84D99}" type="pres">
      <dgm:prSet presAssocID="{36637650-5568-4265-9843-3D71C5E25DB2}" presName="wedge2" presStyleLbl="node1" presStyleIdx="1" presStyleCnt="3"/>
      <dgm:spPr bwMode="auto"/>
    </dgm:pt>
    <dgm:pt modelId="{74915C5C-3B7E-4086-9395-0AA57EC3D101}" type="pres">
      <dgm:prSet presAssocID="{36637650-5568-4265-9843-3D71C5E25DB2}" presName="dummy2a" presStyleCnt="0"/>
      <dgm:spPr bwMode="auto"/>
    </dgm:pt>
    <dgm:pt modelId="{DA859371-5327-4DEF-A605-6BB510989ADE}" type="pres">
      <dgm:prSet presAssocID="{36637650-5568-4265-9843-3D71C5E25DB2}" presName="dummy2b" presStyleCnt="0"/>
      <dgm:spPr bwMode="auto"/>
    </dgm:pt>
    <dgm:pt modelId="{517A5B2E-556A-4C88-8E3F-B66D3FBA786F}" type="pres">
      <dgm:prSet presAssocID="{36637650-5568-4265-9843-3D71C5E25DB2}" presName="wedge2Tx" presStyleLbl="node1" presStyleIdx="1" presStyleCnt="3">
        <dgm:presLayoutVars>
          <dgm:chMax val="0"/>
          <dgm:chPref val="0"/>
          <dgm:bulletEnabled val="1"/>
        </dgm:presLayoutVars>
      </dgm:prSet>
      <dgm:spPr bwMode="auto"/>
    </dgm:pt>
    <dgm:pt modelId="{9E153B95-D8FF-442C-A18C-49ED2FE39E41}" type="pres">
      <dgm:prSet presAssocID="{36637650-5568-4265-9843-3D71C5E25DB2}" presName="wedge3" presStyleLbl="node1" presStyleIdx="2" presStyleCnt="3"/>
      <dgm:spPr bwMode="auto"/>
    </dgm:pt>
    <dgm:pt modelId="{F9947DE9-0D7A-4DCE-B52C-0F2875FFB736}" type="pres">
      <dgm:prSet presAssocID="{36637650-5568-4265-9843-3D71C5E25DB2}" presName="dummy3a" presStyleCnt="0"/>
      <dgm:spPr bwMode="auto"/>
    </dgm:pt>
    <dgm:pt modelId="{CF9713E6-E5E3-4B47-91C9-7E11BDB24257}" type="pres">
      <dgm:prSet presAssocID="{36637650-5568-4265-9843-3D71C5E25DB2}" presName="dummy3b" presStyleCnt="0"/>
      <dgm:spPr bwMode="auto"/>
    </dgm:pt>
    <dgm:pt modelId="{5AFA4C27-8247-4A32-80B3-7011DFE41178}" type="pres">
      <dgm:prSet presAssocID="{36637650-5568-4265-9843-3D71C5E25DB2}" presName="wedge3Tx" presStyleLbl="node1" presStyleIdx="2" presStyleCnt="3">
        <dgm:presLayoutVars>
          <dgm:chMax val="0"/>
          <dgm:chPref val="0"/>
          <dgm:bulletEnabled val="1"/>
        </dgm:presLayoutVars>
      </dgm:prSet>
      <dgm:spPr bwMode="auto"/>
    </dgm:pt>
    <dgm:pt modelId="{60B7BE67-3C1A-4FE5-A870-BF027D80EC3B}" type="pres">
      <dgm:prSet presAssocID="{42038D4E-13B9-4D06-885D-8A1FE11703DB}" presName="arrowWedge1" presStyleLbl="fgSibTrans2D1" presStyleIdx="0" presStyleCnt="3"/>
      <dgm:spPr bwMode="auto">
        <a:solidFill>
          <a:srgbClr val="7F5CFF"/>
        </a:solidFill>
      </dgm:spPr>
    </dgm:pt>
    <dgm:pt modelId="{CD91CE52-7134-4224-9207-62CDCD8A3388}" type="pres">
      <dgm:prSet presAssocID="{37274E3F-2A7A-4396-B9EC-B0C21A9D897E}" presName="arrowWedge2" presStyleLbl="fgSibTrans2D1" presStyleIdx="1" presStyleCnt="3"/>
      <dgm:spPr bwMode="auto">
        <a:solidFill>
          <a:srgbClr val="7F5CFF"/>
        </a:solidFill>
      </dgm:spPr>
    </dgm:pt>
    <dgm:pt modelId="{98E5C20D-F29A-4C34-AD13-7563162D5E80}" type="pres">
      <dgm:prSet presAssocID="{C78300CE-B48F-4B95-8F56-6636FAAFBC80}" presName="arrowWedge3" presStyleLbl="fgSibTrans2D1" presStyleIdx="2" presStyleCnt="3"/>
      <dgm:spPr bwMode="auto">
        <a:solidFill>
          <a:srgbClr val="7F5CFF"/>
        </a:solidFill>
      </dgm:spPr>
    </dgm:pt>
  </dgm:ptLst>
  <dgm:cxnLst>
    <dgm:cxn modelId="{194B6116-2C49-4293-A837-5C7654315EC9}" type="presOf" srcId="{BC7C4AB9-4F17-4233-8411-7251DF85471F}" destId="{5B9A9599-E5DC-40C7-8A33-F108EECF75E1}" srcOrd="1" destOrd="0" presId="urn:microsoft.com/office/officeart/2005/8/layout/cycle8"/>
    <dgm:cxn modelId="{2F226B16-7F1D-4C70-B16A-E066032D3C17}" type="presOf" srcId="{36637650-5568-4265-9843-3D71C5E25DB2}" destId="{6EC3DF62-3D23-498B-B139-517B1FD449E9}" srcOrd="0" destOrd="0" presId="urn:microsoft.com/office/officeart/2005/8/layout/cycle8"/>
    <dgm:cxn modelId="{3DD44E18-8A10-4666-A1DA-966D07B90688}" type="presOf" srcId="{54D7DDA8-F7E2-491F-93DA-2EE1A5DFCC7E}" destId="{517A5B2E-556A-4C88-8E3F-B66D3FBA786F}" srcOrd="1" destOrd="0" presId="urn:microsoft.com/office/officeart/2005/8/layout/cycle8"/>
    <dgm:cxn modelId="{C036731B-A3C6-466C-BD64-46EF33F9DEFF}" type="presOf" srcId="{C58BA48D-E25C-4E23-BAB2-3A1FA380247A}" destId="{5AFA4C27-8247-4A32-80B3-7011DFE41178}" srcOrd="1" destOrd="0" presId="urn:microsoft.com/office/officeart/2005/8/layout/cycle8"/>
    <dgm:cxn modelId="{33A1C034-587C-4B26-82AC-7EC3215CE04C}" srcId="{36637650-5568-4265-9843-3D71C5E25DB2}" destId="{54D7DDA8-F7E2-491F-93DA-2EE1A5DFCC7E}" srcOrd="1" destOrd="0" parTransId="{217E9438-4EBD-4A8F-9457-562DA6ECFC53}" sibTransId="{37274E3F-2A7A-4396-B9EC-B0C21A9D897E}"/>
    <dgm:cxn modelId="{674B3480-BBD7-4054-8A14-356A11F8ED3C}" type="presOf" srcId="{BC7C4AB9-4F17-4233-8411-7251DF85471F}" destId="{65D4209F-A964-436D-8273-2ECC920A3303}" srcOrd="0" destOrd="0" presId="urn:microsoft.com/office/officeart/2005/8/layout/cycle8"/>
    <dgm:cxn modelId="{580ED98C-2AF9-4592-A7B6-C44305DDFB99}" srcId="{36637650-5568-4265-9843-3D71C5E25DB2}" destId="{BC7C4AB9-4F17-4233-8411-7251DF85471F}" srcOrd="0" destOrd="0" parTransId="{4D1B6542-4F40-4C1F-8DAD-79B4EA500E9C}" sibTransId="{42038D4E-13B9-4D06-885D-8A1FE11703DB}"/>
    <dgm:cxn modelId="{445E63B0-FB31-498A-8019-0B48B61144FB}" type="presOf" srcId="{54D7DDA8-F7E2-491F-93DA-2EE1A5DFCC7E}" destId="{9D2E7DE7-5D8B-48AD-9CFA-A6F9ADC84D99}" srcOrd="0" destOrd="0" presId="urn:microsoft.com/office/officeart/2005/8/layout/cycle8"/>
    <dgm:cxn modelId="{8896DBD5-7F08-429F-BFD7-63FCEADBDEC5}" srcId="{36637650-5568-4265-9843-3D71C5E25DB2}" destId="{C58BA48D-E25C-4E23-BAB2-3A1FA380247A}" srcOrd="2" destOrd="0" parTransId="{BF68DAA7-B179-4636-BF26-229B42C8EFAD}" sibTransId="{C78300CE-B48F-4B95-8F56-6636FAAFBC80}"/>
    <dgm:cxn modelId="{221A6DE8-9719-4B75-9D06-19AC7014230D}" type="presOf" srcId="{C58BA48D-E25C-4E23-BAB2-3A1FA380247A}" destId="{9E153B95-D8FF-442C-A18C-49ED2FE39E41}" srcOrd="0" destOrd="0" presId="urn:microsoft.com/office/officeart/2005/8/layout/cycle8"/>
    <dgm:cxn modelId="{D6598EB4-1496-462D-85A7-F85E21ABD2C1}" type="presParOf" srcId="{6EC3DF62-3D23-498B-B139-517B1FD449E9}" destId="{65D4209F-A964-436D-8273-2ECC920A3303}" srcOrd="0" destOrd="0" presId="urn:microsoft.com/office/officeart/2005/8/layout/cycle8"/>
    <dgm:cxn modelId="{C3D1E50E-7A61-4067-9084-5EA4E7EAE9C6}" type="presParOf" srcId="{6EC3DF62-3D23-498B-B139-517B1FD449E9}" destId="{D8F88E94-5889-4916-8E16-AA51DFF5CDB0}" srcOrd="1" destOrd="0" presId="urn:microsoft.com/office/officeart/2005/8/layout/cycle8"/>
    <dgm:cxn modelId="{D5A69C2D-FAB3-45D0-823A-BA0480626EF8}" type="presParOf" srcId="{6EC3DF62-3D23-498B-B139-517B1FD449E9}" destId="{9BE314FE-7BD8-4616-872C-0B34E039C681}" srcOrd="2" destOrd="0" presId="urn:microsoft.com/office/officeart/2005/8/layout/cycle8"/>
    <dgm:cxn modelId="{702ADFF2-068E-4612-A461-DA35D708D9DB}" type="presParOf" srcId="{6EC3DF62-3D23-498B-B139-517B1FD449E9}" destId="{5B9A9599-E5DC-40C7-8A33-F108EECF75E1}" srcOrd="3" destOrd="0" presId="urn:microsoft.com/office/officeart/2005/8/layout/cycle8"/>
    <dgm:cxn modelId="{82ABCADA-4D13-4261-8D8C-930F43EE666F}" type="presParOf" srcId="{6EC3DF62-3D23-498B-B139-517B1FD449E9}" destId="{9D2E7DE7-5D8B-48AD-9CFA-A6F9ADC84D99}" srcOrd="4" destOrd="0" presId="urn:microsoft.com/office/officeart/2005/8/layout/cycle8"/>
    <dgm:cxn modelId="{E7B568B5-025F-49B5-A91D-443D6493E1B6}" type="presParOf" srcId="{6EC3DF62-3D23-498B-B139-517B1FD449E9}" destId="{74915C5C-3B7E-4086-9395-0AA57EC3D101}" srcOrd="5" destOrd="0" presId="urn:microsoft.com/office/officeart/2005/8/layout/cycle8"/>
    <dgm:cxn modelId="{46416280-B54E-4A04-A5BB-E4CCEC738AB2}" type="presParOf" srcId="{6EC3DF62-3D23-498B-B139-517B1FD449E9}" destId="{DA859371-5327-4DEF-A605-6BB510989ADE}" srcOrd="6" destOrd="0" presId="urn:microsoft.com/office/officeart/2005/8/layout/cycle8"/>
    <dgm:cxn modelId="{0637572D-06D3-4D00-BF58-5C2BBC1C63C8}" type="presParOf" srcId="{6EC3DF62-3D23-498B-B139-517B1FD449E9}" destId="{517A5B2E-556A-4C88-8E3F-B66D3FBA786F}" srcOrd="7" destOrd="0" presId="urn:microsoft.com/office/officeart/2005/8/layout/cycle8"/>
    <dgm:cxn modelId="{ECC758DE-DA11-483E-80C4-4AA8D1EC14E8}" type="presParOf" srcId="{6EC3DF62-3D23-498B-B139-517B1FD449E9}" destId="{9E153B95-D8FF-442C-A18C-49ED2FE39E41}" srcOrd="8" destOrd="0" presId="urn:microsoft.com/office/officeart/2005/8/layout/cycle8"/>
    <dgm:cxn modelId="{135571A3-B134-43DC-A3A0-BAB533D43FE5}" type="presParOf" srcId="{6EC3DF62-3D23-498B-B139-517B1FD449E9}" destId="{F9947DE9-0D7A-4DCE-B52C-0F2875FFB736}" srcOrd="9" destOrd="0" presId="urn:microsoft.com/office/officeart/2005/8/layout/cycle8"/>
    <dgm:cxn modelId="{4095905B-77ED-4DC1-A6D6-54B97957DBBA}" type="presParOf" srcId="{6EC3DF62-3D23-498B-B139-517B1FD449E9}" destId="{CF9713E6-E5E3-4B47-91C9-7E11BDB24257}" srcOrd="10" destOrd="0" presId="urn:microsoft.com/office/officeart/2005/8/layout/cycle8"/>
    <dgm:cxn modelId="{BBF7AD7B-5779-428F-BE53-1D26E9868623}" type="presParOf" srcId="{6EC3DF62-3D23-498B-B139-517B1FD449E9}" destId="{5AFA4C27-8247-4A32-80B3-7011DFE41178}" srcOrd="11" destOrd="0" presId="urn:microsoft.com/office/officeart/2005/8/layout/cycle8"/>
    <dgm:cxn modelId="{D227BF16-E4E1-41FC-A31A-ADE283F6F646}" type="presParOf" srcId="{6EC3DF62-3D23-498B-B139-517B1FD449E9}" destId="{60B7BE67-3C1A-4FE5-A870-BF027D80EC3B}" srcOrd="12" destOrd="0" presId="urn:microsoft.com/office/officeart/2005/8/layout/cycle8"/>
    <dgm:cxn modelId="{BD94ADF5-8B64-4205-9270-1ECCBB7980D6}" type="presParOf" srcId="{6EC3DF62-3D23-498B-B139-517B1FD449E9}" destId="{CD91CE52-7134-4224-9207-62CDCD8A3388}" srcOrd="13" destOrd="0" presId="urn:microsoft.com/office/officeart/2005/8/layout/cycle8"/>
    <dgm:cxn modelId="{FE836220-3F89-448D-980C-C3CEF2729B4B}" type="presParOf" srcId="{6EC3DF62-3D23-498B-B139-517B1FD449E9}" destId="{98E5C20D-F29A-4C34-AD13-7563162D5E80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1" minVer="http://schemas.openxmlformats.org/drawingml/2006/diagram"/>
    </a:ext>
  </dgm:extLst>
</dgm:dataModel>
</file>

<file path=ppt/diagrams/drawing1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027317960" name=""/>
      <dsp:cNvGrpSpPr/>
    </dsp:nvGrpSpPr>
    <dsp:grpSpPr bwMode="auto">
      <a:xfrm>
        <a:off x="0" y="0"/>
        <a:ext cx="5528330" cy="4964095"/>
        <a:chOff x="0" y="0"/>
        <a:chExt cx="5528330" cy="4964095"/>
      </a:xfrm>
    </dsp:grpSpPr>
    <dsp:sp modelId="{65D4209F-A964-436D-8273-2ECC920A3303}">
      <dsp:nvSpPr>
        <dsp:cNvPr id="0" name=""/>
        <dsp:cNvSpPr/>
      </dsp:nvSpPr>
      <dsp:spPr bwMode="auto">
        <a:xfrm>
          <a:off x="765123" y="322666"/>
          <a:ext cx="4169839" cy="4169839"/>
        </a:xfrm>
        <a:prstGeom prst="pie">
          <a:avLst>
            <a:gd name="adj1" fmla="val 16200000"/>
            <a:gd name="adj2" fmla="val 180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rgbClr val="000000"/>
        </a:lnRef>
        <a:fillRef idx="2">
          <a:srgbClr val="000000"/>
        </a:fillRef>
        <a:effectRef idx="1">
          <a:srgbClr val="00000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endParaRPr lang="ru-RU" sz="2400">
            <a:latin typeface="Moscow University"/>
          </a:endParaRPr>
        </a:p>
      </dsp:txBody>
      <dsp:txXfrm>
        <a:off x="2962728" y="1206275"/>
        <a:ext cx="1489228" cy="1241022"/>
      </dsp:txXfrm>
    </dsp:sp>
    <dsp:sp modelId="{9D2E7DE7-5D8B-48AD-9CFA-A6F9ADC84D99}">
      <dsp:nvSpPr>
        <dsp:cNvPr id="0" name=""/>
        <dsp:cNvSpPr/>
      </dsp:nvSpPr>
      <dsp:spPr bwMode="auto">
        <a:xfrm>
          <a:off x="679245" y="471589"/>
          <a:ext cx="4169839" cy="4169839"/>
        </a:xfrm>
        <a:prstGeom prst="pie">
          <a:avLst>
            <a:gd name="adj1" fmla="val 1800000"/>
            <a:gd name="adj2" fmla="val 900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rgbClr val="000000"/>
        </a:lnRef>
        <a:fillRef idx="2">
          <a:srgbClr val="000000"/>
        </a:fillRef>
        <a:effectRef idx="1">
          <a:srgbClr val="00000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endParaRPr lang="ru-RU" sz="2400">
            <a:latin typeface="Moscow University"/>
          </a:endParaRPr>
        </a:p>
      </dsp:txBody>
      <dsp:txXfrm>
        <a:off x="1672064" y="3177020"/>
        <a:ext cx="2233842" cy="1092100"/>
      </dsp:txXfrm>
    </dsp:sp>
    <dsp:sp modelId="{9E153B95-D8FF-442C-A18C-49ED2FE39E41}">
      <dsp:nvSpPr>
        <dsp:cNvPr id="0" name=""/>
        <dsp:cNvSpPr/>
      </dsp:nvSpPr>
      <dsp:spPr bwMode="auto">
        <a:xfrm>
          <a:off x="593366" y="322666"/>
          <a:ext cx="4169839" cy="4169839"/>
        </a:xfrm>
        <a:prstGeom prst="pie">
          <a:avLst>
            <a:gd name="adj1" fmla="val 9000000"/>
            <a:gd name="adj2" fmla="val 1620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rgbClr val="000000"/>
        </a:lnRef>
        <a:fillRef idx="2">
          <a:srgbClr val="000000"/>
        </a:fillRef>
        <a:effectRef idx="1">
          <a:srgbClr val="00000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endParaRPr lang="ru-RU" sz="2400">
            <a:latin typeface="Moscow University"/>
          </a:endParaRPr>
        </a:p>
      </dsp:txBody>
      <dsp:txXfrm>
        <a:off x="1076372" y="1206275"/>
        <a:ext cx="1489228" cy="1241022"/>
      </dsp:txXfrm>
    </dsp:sp>
    <dsp:sp modelId="{60B7BE67-3C1A-4FE5-A870-BF027D80EC3B}">
      <dsp:nvSpPr>
        <dsp:cNvPr id="0" name=""/>
        <dsp:cNvSpPr/>
      </dsp:nvSpPr>
      <dsp:spPr bwMode="auto">
        <a:xfrm>
          <a:off x="507335" y="64533"/>
          <a:ext cx="4686105" cy="4686105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solidFill>
          <a:srgbClr val="7F5CFF"/>
        </a:solidFill>
        <a:ln>
          <a:noFill/>
        </a:ln>
        <a:effectLst/>
      </dsp:spPr>
      <dsp:style>
        <a:lnRef idx="0">
          <a:srgbClr val="000000"/>
        </a:lnRef>
        <a:fillRef idx="2">
          <a:srgbClr val="000000"/>
        </a:fillRef>
        <a:effectRef idx="1">
          <a:srgbClr val="000000"/>
        </a:effectRef>
        <a:fontRef idx="minor">
          <a:schemeClr val="dk1"/>
        </a:fontRef>
      </dsp:style>
    </dsp:sp>
    <dsp:sp modelId="{CD91CE52-7134-4224-9207-62CDCD8A3388}">
      <dsp:nvSpPr>
        <dsp:cNvPr id="0" name=""/>
        <dsp:cNvSpPr/>
      </dsp:nvSpPr>
      <dsp:spPr bwMode="auto">
        <a:xfrm>
          <a:off x="421112" y="213192"/>
          <a:ext cx="4686105" cy="4686105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solidFill>
          <a:srgbClr val="7F5CFF"/>
        </a:solidFill>
        <a:ln>
          <a:noFill/>
        </a:ln>
        <a:effectLst/>
      </dsp:spPr>
      <dsp:style>
        <a:lnRef idx="0">
          <a:srgbClr val="000000"/>
        </a:lnRef>
        <a:fillRef idx="2">
          <a:srgbClr val="000000"/>
        </a:fillRef>
        <a:effectRef idx="1">
          <a:srgbClr val="000000"/>
        </a:effectRef>
        <a:fontRef idx="minor">
          <a:schemeClr val="dk1"/>
        </a:fontRef>
      </dsp:style>
    </dsp:sp>
    <dsp:sp modelId="{98E5C20D-F29A-4C34-AD13-7563162D5E80}">
      <dsp:nvSpPr>
        <dsp:cNvPr id="0" name=""/>
        <dsp:cNvSpPr/>
      </dsp:nvSpPr>
      <dsp:spPr bwMode="auto">
        <a:xfrm>
          <a:off x="334889" y="64533"/>
          <a:ext cx="4686105" cy="4686105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solidFill>
          <a:srgbClr val="7F5CFF"/>
        </a:solidFill>
        <a:ln>
          <a:noFill/>
        </a:ln>
        <a:effectLst/>
      </dsp:spPr>
      <dsp:style>
        <a:lnRef idx="0">
          <a:srgbClr val="000000"/>
        </a:lnRef>
        <a:fillRef idx="2">
          <a:srgbClr val="000000"/>
        </a:fillRef>
        <a:effectRef idx="1">
          <a:srgbClr val="000000"/>
        </a:effectRef>
        <a:fontRef idx="minor">
          <a:schemeClr val="dk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 val="norm"/>
      <dgm:resizeHandles val="exact"/>
    </dgm:varLst>
    <dgm:alg type="composite">
      <dgm:param type="horzAlign" val="ctr"/>
      <dgm:param type="vertAlign" val="mid"/>
      <dgm:param type="ar" val="1"/>
    </dgm:alg>
    <dgm:shape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0000"/>
          <dgm:constr type="t" for="ch" forName="wedge1" refType="w" fact="0.080000"/>
          <dgm:constr type="w" for="ch" forName="wedge1" refType="w" fact="0.840000"/>
          <dgm:constr type="h" for="ch" forName="wedge1" refType="h" fact="0.840000"/>
          <dgm:constr type="l" for="ch" forName="dummy1a" refType="w" fact="0.500000"/>
          <dgm:constr type="t" for="ch" forName="dummy1a" refType="h" fact="0.080000"/>
          <dgm:constr type="l" for="ch" forName="dummy1b" refType="w" fact="0.500000"/>
          <dgm:constr type="t" for="ch" forName="dummy1b" refType="h" fact="0.080000"/>
          <dgm:constr type="l" for="ch" forName="wedge1Tx" refType="w" fact="0.220000"/>
          <dgm:constr type="t" for="ch" forName="wedge1Tx" refType="h" fact="0.220000"/>
          <dgm:constr type="w" for="ch" forName="wedge1Tx" refType="w" fact="0.560000"/>
          <dgm:constr type="h" for="ch" forName="wedge1Tx" refType="h" fact="0.560000"/>
          <dgm:constr type="h" for="ch" forName="arrowWedge1single" refType="w" fact="0.080000"/>
          <dgm:constr type="diam" for="ch" forName="arrowWedge1single" refType="w" fact="0.840000"/>
          <dgm:constr type="l" for="ch" forName="arrowWedge1single" refType="w" fact="0.500000"/>
          <dgm:constr type="t" for="ch" forName="arrowWedge1single" refType="w" fact="0.500000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00000"/>
          <dgm:constr type="t" for="ch" forName="wedge1" refType="w" fact="0.080000"/>
          <dgm:constr type="w" for="ch" forName="wedge1" refType="w" fact="0.840000"/>
          <dgm:constr type="h" for="ch" forName="wedge1" refType="h" fact="0.840000"/>
          <dgm:constr type="l" for="ch" forName="dummy1a" refType="w" fact="0.520000"/>
          <dgm:constr type="t" for="ch" forName="dummy1a" refType="h" fact="0.080000"/>
          <dgm:constr type="l" for="ch" forName="dummy1b" refType="w" fact="0.520000"/>
          <dgm:constr type="t" for="ch" forName="dummy1b" refType="h" fact="0.920000"/>
          <dgm:constr type="l" for="ch" forName="wedge1Tx" refType="w" fact="0.559000"/>
          <dgm:constr type="t" for="ch" forName="wedge1Tx" refType="h" fact="0.300000"/>
          <dgm:constr type="w" for="ch" forName="wedge1Tx" refType="w" fact="0.300000"/>
          <dgm:constr type="h" for="ch" forName="wedge1Tx" refType="h" fact="0.400000"/>
          <dgm:constr type="l" for="ch" forName="wedge2" refType="w" fact="0.060000"/>
          <dgm:constr type="t" for="ch" forName="wedge2" refType="w" fact="0.080000"/>
          <dgm:constr type="w" for="ch" forName="wedge2" refType="w" fact="0.840000"/>
          <dgm:constr type="h" for="ch" forName="wedge2" refType="h" fact="0.840000"/>
          <dgm:constr type="l" for="ch" forName="dummy2a" refType="w" fact="0.480000"/>
          <dgm:constr type="t" for="ch" forName="dummy2a" refType="h" fact="0.920000"/>
          <dgm:constr type="l" for="ch" forName="dummy2b" refType="w" fact="0.480000"/>
          <dgm:constr type="t" for="ch" forName="dummy2b" refType="h" fact="0.080000"/>
          <dgm:constr type="r" for="ch" forName="wedge2Tx" refType="w" fact="0.441000"/>
          <dgm:constr type="t" for="ch" forName="wedge2Tx" refType="h" fact="0.300000"/>
          <dgm:constr type="w" for="ch" forName="wedge2Tx" refType="w" fact="0.300000"/>
          <dgm:constr type="h" for="ch" forName="wedge2Tx" refType="h" fact="0.400000"/>
          <dgm:constr type="h" for="ch" forName="arrowWedge1" refType="w" fact="0.080000"/>
          <dgm:constr type="diam" for="ch" forName="arrowWedge1" refType="w" fact="0.840000"/>
          <dgm:constr type="l" for="ch" forName="arrowWedge1" refType="w" fact="0.500000"/>
          <dgm:constr type="t" for="ch" forName="arrowWedge1" refType="w" fact="0.500000"/>
          <dgm:constr type="h" for="ch" forName="arrowWedge2" refType="w" fact="0.080000"/>
          <dgm:constr type="diam" for="ch" forName="arrowWedge2" refType="w" fact="0.840000"/>
          <dgm:constr type="l" for="ch" forName="arrowWedge2" refType="w" fact="0.500000"/>
          <dgm:constr type="t" for="ch" forName="arrowWedge2" refType="w" fact="0.500000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00"/>
          <dgm:constr type="t" for="ch" forName="wedge1" refType="w" fact="0.070000"/>
          <dgm:constr type="w" for="ch" forName="wedge1" refType="w" fact="0.840000"/>
          <dgm:constr type="h" for="ch" forName="wedge1" refType="h" fact="0.840000"/>
          <dgm:constr type="l" for="ch" forName="dummy1a" refType="w" fact="0.517300"/>
          <dgm:constr type="t" for="ch" forName="dummy1a" refType="h" fact="0.070000"/>
          <dgm:constr type="l" for="ch" forName="dummy1b" refType="w" fact="0.881100"/>
          <dgm:constr type="t" for="ch" forName="dummy1b" refType="h" fact="0.700000"/>
          <dgm:constr type="l" for="ch" forName="wedge1Tx" refType="w" fact="0.540000"/>
          <dgm:constr type="t" for="ch" forName="wedge1Tx" refType="h" fact="0.248000"/>
          <dgm:constr type="w" for="ch" forName="wedge1Tx" refType="w" fact="0.300000"/>
          <dgm:constr type="h" for="ch" forName="wedge1Tx" refType="h" fact="0.250000"/>
          <dgm:constr type="l" for="ch" forName="wedge2" refType="w" fact="0.080000"/>
          <dgm:constr type="t" for="ch" forName="wedge2" refType="w" fact="0.100000"/>
          <dgm:constr type="w" for="ch" forName="wedge2" refType="w" fact="0.840000"/>
          <dgm:constr type="h" for="ch" forName="wedge2" refType="h" fact="0.840000"/>
          <dgm:constr type="l" for="ch" forName="dummy2a" refType="w" fact="0.863700"/>
          <dgm:constr type="t" for="ch" forName="dummy2a" refType="h" fact="0.730000"/>
          <dgm:constr type="l" for="ch" forName="dummy2b" refType="w" fact="0.136300"/>
          <dgm:constr type="t" for="ch" forName="dummy2b" refType="h" fact="0.730000"/>
          <dgm:constr type="l" for="ch" forName="wedge2Tx" refType="w" fact="0.280000"/>
          <dgm:constr type="t" for="ch" forName="wedge2Tx" refType="h" fact="0.645000"/>
          <dgm:constr type="w" for="ch" forName="wedge2Tx" refType="w" fact="0.450000"/>
          <dgm:constr type="h" for="ch" forName="wedge2Tx" refType="h" fact="0.220000"/>
          <dgm:constr type="l" for="ch" forName="wedge3" refType="w" fact="0.062700"/>
          <dgm:constr type="t" for="ch" forName="wedge3" refType="w" fact="0.070000"/>
          <dgm:constr type="w" for="ch" forName="wedge3" refType="w" fact="0.840000"/>
          <dgm:constr type="h" for="ch" forName="wedge3" refType="h" fact="0.840000"/>
          <dgm:constr type="l" for="ch" forName="dummy3a" refType="w" fact="0.118900"/>
          <dgm:constr type="t" for="ch" forName="dummy3a" refType="h" fact="0.700000"/>
          <dgm:constr type="l" for="ch" forName="dummy3b" refType="w" fact="0.482700"/>
          <dgm:constr type="t" for="ch" forName="dummy3b" refType="h" fact="0.070000"/>
          <dgm:constr type="r" for="ch" forName="wedge3Tx" refType="w" fact="0.460000"/>
          <dgm:constr type="t" for="ch" forName="wedge3Tx" refType="h" fact="0.248000"/>
          <dgm:constr type="w" for="ch" forName="wedge3Tx" refType="w" fact="0.300000"/>
          <dgm:constr type="h" for="ch" forName="wedge3Tx" refType="h" fact="0.250000"/>
          <dgm:constr type="h" for="ch" forName="arrowWedge1" refType="w" fact="0.080000"/>
          <dgm:constr type="diam" for="ch" forName="arrowWedge1" refType="w" fact="0.840000"/>
          <dgm:constr type="l" for="ch" forName="arrowWedge1" refType="w" fact="0.500000"/>
          <dgm:constr type="t" for="ch" forName="arrowWedge1" refType="w" fact="0.500000"/>
          <dgm:constr type="h" for="ch" forName="arrowWedge2" refType="w" fact="0.080000"/>
          <dgm:constr type="diam" for="ch" forName="arrowWedge2" refType="w" fact="0.840000"/>
          <dgm:constr type="l" for="ch" forName="arrowWedge2" refType="w" fact="0.500000"/>
          <dgm:constr type="t" for="ch" forName="arrowWedge2" refType="w" fact="0.500000"/>
          <dgm:constr type="h" for="ch" forName="arrowWedge3" refType="w" fact="0.080000"/>
          <dgm:constr type="diam" for="ch" forName="arrowWedge3" refType="w" fact="0.840000"/>
          <dgm:constr type="l" for="ch" forName="arrowWedge3" refType="w" fact="0.500000"/>
          <dgm:constr type="t" for="ch" forName="arrowWedge3" refType="w" fact="0.500000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00"/>
          <dgm:constr type="t" for="ch" forName="wedge1" refType="w" fact="0.065900"/>
          <dgm:constr type="w" for="ch" forName="wedge1" refType="w" fact="0.840000"/>
          <dgm:constr type="h" for="ch" forName="wedge1" refType="h" fact="0.840000"/>
          <dgm:constr type="l" for="ch" forName="dummy1a" refType="w" fact="0.514100"/>
          <dgm:constr type="t" for="ch" forName="dummy1a" refType="h" fact="0.065900"/>
          <dgm:constr type="l" for="ch" forName="dummy1b" refType="w" fact="0.934100"/>
          <dgm:constr type="t" for="ch" forName="dummy1b" refType="h" fact="0.485900"/>
          <dgm:constr type="l" for="ch" forName="wedge1Tx" refType="w" fact="0.540000"/>
          <dgm:constr type="t" for="ch" forName="wedge1Tx" refType="h" fact="0.240000"/>
          <dgm:constr type="w" for="ch" forName="wedge1Tx" refType="w" fact="0.310000"/>
          <dgm:constr type="h" for="ch" forName="wedge1Tx" refType="h" fact="0.230000"/>
          <dgm:constr type="l" for="ch" forName="wedge2" refType="w" fact="0.094100"/>
          <dgm:constr type="t" for="ch" forName="wedge2" refType="w" fact="0.094100"/>
          <dgm:constr type="w" for="ch" forName="wedge2" refType="w" fact="0.840000"/>
          <dgm:constr type="h" for="ch" forName="wedge2" refType="h" fact="0.840000"/>
          <dgm:constr type="l" for="ch" forName="dummy2a" refType="w" fact="0.934100"/>
          <dgm:constr type="t" for="ch" forName="dummy2a" refType="h" fact="0.514100"/>
          <dgm:constr type="l" for="ch" forName="dummy2b" refType="w" fact="0.514100"/>
          <dgm:constr type="t" for="ch" forName="dummy2b" refType="h" fact="0.934100"/>
          <dgm:constr type="l" for="ch" forName="wedge2Tx" refType="w" fact="0.540000"/>
          <dgm:constr type="t" for="ch" forName="wedge2Tx" refType="h" fact="0.530000"/>
          <dgm:constr type="w" for="ch" forName="wedge2Tx" refType="w" fact="0.310000"/>
          <dgm:constr type="h" for="ch" forName="wedge2Tx" refType="h" fact="0.230000"/>
          <dgm:constr type="l" for="ch" forName="wedge3" refType="w" fact="0.065900"/>
          <dgm:constr type="t" for="ch" forName="wedge3" refType="w" fact="0.094100"/>
          <dgm:constr type="w" for="ch" forName="wedge3" refType="w" fact="0.840000"/>
          <dgm:constr type="h" for="ch" forName="wedge3" refType="h" fact="0.840000"/>
          <dgm:constr type="l" for="ch" forName="dummy3a" refType="w" fact="0.485900"/>
          <dgm:constr type="t" for="ch" forName="dummy3a" refType="h" fact="0.934100"/>
          <dgm:constr type="l" for="ch" forName="dummy3b" refType="w" fact="0.065900"/>
          <dgm:constr type="t" for="ch" forName="dummy3b" refType="h" fact="0.514100"/>
          <dgm:constr type="r" for="ch" forName="wedge3Tx" refType="w" fact="0.460000"/>
          <dgm:constr type="t" for="ch" forName="wedge3Tx" refType="h" fact="0.530000"/>
          <dgm:constr type="w" for="ch" forName="wedge3Tx" refType="w" fact="0.310000"/>
          <dgm:constr type="h" for="ch" forName="wedge3Tx" refType="h" fact="0.230000"/>
          <dgm:constr type="l" for="ch" forName="wedge4" refType="w" fact="0.065900"/>
          <dgm:constr type="t" for="ch" forName="wedge4" refType="h" fact="0.065900"/>
          <dgm:constr type="w" for="ch" forName="wedge4" refType="w" fact="0.840000"/>
          <dgm:constr type="h" for="ch" forName="wedge4" refType="h" fact="0.840000"/>
          <dgm:constr type="l" for="ch" forName="dummy4a" refType="w" fact="0.065900"/>
          <dgm:constr type="t" for="ch" forName="dummy4a" refType="h" fact="0.485900"/>
          <dgm:constr type="l" for="ch" forName="dummy4b" refType="w" fact="0.485900"/>
          <dgm:constr type="t" for="ch" forName="dummy4b" refType="h" fact="0.065900"/>
          <dgm:constr type="r" for="ch" forName="wedge4Tx" refType="w" fact="0.460000"/>
          <dgm:constr type="t" for="ch" forName="wedge4Tx" refType="h" fact="0.240000"/>
          <dgm:constr type="w" for="ch" forName="wedge4Tx" refType="w" fact="0.310000"/>
          <dgm:constr type="h" for="ch" forName="wedge4Tx" refType="h" fact="0.230000"/>
          <dgm:constr type="h" for="ch" forName="arrowWedge1" refType="w" fact="0.080000"/>
          <dgm:constr type="diam" for="ch" forName="arrowWedge1" refType="w" fact="0.840000"/>
          <dgm:constr type="l" for="ch" forName="arrowWedge1" refType="w" fact="0.500000"/>
          <dgm:constr type="t" for="ch" forName="arrowWedge1" refType="w" fact="0.500000"/>
          <dgm:constr type="h" for="ch" forName="arrowWedge2" refType="w" fact="0.080000"/>
          <dgm:constr type="diam" for="ch" forName="arrowWedge2" refType="w" fact="0.840000"/>
          <dgm:constr type="l" for="ch" forName="arrowWedge2" refType="w" fact="0.500000"/>
          <dgm:constr type="t" for="ch" forName="arrowWedge2" refType="w" fact="0.500000"/>
          <dgm:constr type="h" for="ch" forName="arrowWedge3" refType="w" fact="0.080000"/>
          <dgm:constr type="diam" for="ch" forName="arrowWedge3" refType="w" fact="0.840000"/>
          <dgm:constr type="l" for="ch" forName="arrowWedge3" refType="w" fact="0.500000"/>
          <dgm:constr type="t" for="ch" forName="arrowWedge3" refType="w" fact="0.500000"/>
          <dgm:constr type="h" for="ch" forName="arrowWedge4" refType="w" fact="0.080000"/>
          <dgm:constr type="diam" for="ch" forName="arrowWedge4" refType="w" fact="0.840000"/>
          <dgm:constr type="l" for="ch" forName="arrowWedge4" refType="w" fact="0.500000"/>
          <dgm:constr type="t" for="ch" forName="arrowWedge4" refType="w" fact="0.500000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00"/>
          <dgm:constr type="t" for="ch" forName="wedge1" refType="w" fact="0.063800"/>
          <dgm:constr type="w" for="ch" forName="wedge1" refType="w" fact="0.840000"/>
          <dgm:constr type="h" for="ch" forName="wedge1" refType="h" fact="0.840000"/>
          <dgm:constr type="l" for="ch" forName="dummy1a" refType="w" fact="0.511800"/>
          <dgm:constr type="t" for="ch" forName="dummy1a" refType="h" fact="0.063800"/>
          <dgm:constr type="l" for="ch" forName="dummy1b" refType="w" fact="0.911200"/>
          <dgm:constr type="t" for="ch" forName="dummy1b" refType="h" fact="0.354000"/>
          <dgm:constr type="l" for="ch" forName="wedge1Tx" refType="w" fact="0.530000"/>
          <dgm:constr type="t" for="ch" forName="wedge1Tx" refType="h" fact="0.205000"/>
          <dgm:constr type="w" for="ch" forName="wedge1Tx" refType="w" fact="0.270000"/>
          <dgm:constr type="h" for="ch" forName="wedge1Tx" refType="h" fact="0.180000"/>
          <dgm:constr type="l" for="ch" forName="wedge2" refType="w" fact="0.099000"/>
          <dgm:constr type="t" for="ch" forName="wedge2" refType="w" fact="0.086200"/>
          <dgm:constr type="w" for="ch" forName="wedge2" refType="w" fact="0.840000"/>
          <dgm:constr type="h" for="ch" forName="wedge2" refType="h" fact="0.840000"/>
          <dgm:constr type="l" for="ch" forName="dummy2a" refType="w" fact="0.918500"/>
          <dgm:constr type="t" for="ch" forName="dummy2a" refType="h" fact="0.376400"/>
          <dgm:constr type="l" for="ch" forName="dummy2b" refType="w" fact="0.765900"/>
          <dgm:constr type="t" for="ch" forName="dummy2b" refType="h" fact="0.846000"/>
          <dgm:constr type="l" for="ch" forName="wedge2Tx" refType="w" fact="0.640000"/>
          <dgm:constr type="t" for="ch" forName="wedge2Tx" refType="h" fact="0.470000"/>
          <dgm:constr type="w" for="ch" forName="wedge2Tx" refType="w" fact="0.250000"/>
          <dgm:constr type="h" for="ch" forName="wedge2Tx" refType="h" fact="0.200000"/>
          <dgm:constr type="l" for="ch" forName="wedge3" refType="w" fact="0.080000"/>
          <dgm:constr type="t" for="ch" forName="wedge3" refType="w" fact="0.100000"/>
          <dgm:constr type="w" for="ch" forName="wedge3" refType="w" fact="0.840000"/>
          <dgm:constr type="h" for="ch" forName="wedge3" refType="h" fact="0.840000"/>
          <dgm:constr type="l" for="ch" forName="dummy3a" refType="w" fact="0.746900"/>
          <dgm:constr type="t" for="ch" forName="dummy3a" refType="h" fact="0.859800"/>
          <dgm:constr type="l" for="ch" forName="dummy3b" refType="w" fact="0.253100"/>
          <dgm:constr type="t" for="ch" forName="dummy3b" refType="h" fact="0.859800"/>
          <dgm:constr type="l" for="ch" forName="wedge3Tx" refType="w" fact="0.380000"/>
          <dgm:constr type="t" for="ch" forName="wedge3Tx" refType="h" fact="0.690000"/>
          <dgm:constr type="w" for="ch" forName="wedge3Tx" refType="w" fact="0.240000"/>
          <dgm:constr type="h" for="ch" forName="wedge3Tx" refType="h" fact="0.220000"/>
          <dgm:constr type="l" for="ch" forName="wedge4" refType="w" fact="0.061000"/>
          <dgm:constr type="t" for="ch" forName="wedge4" refType="h" fact="0.086200"/>
          <dgm:constr type="w" for="ch" forName="wedge4" refType="w" fact="0.840000"/>
          <dgm:constr type="h" for="ch" forName="wedge4" refType="h" fact="0.840000"/>
          <dgm:constr type="l" for="ch" forName="dummy4a" refType="w" fact="0.234100"/>
          <dgm:constr type="t" for="ch" forName="dummy4a" refType="h" fact="0.846000"/>
          <dgm:constr type="l" for="ch" forName="dummy4b" refType="w" fact="0.081500"/>
          <dgm:constr type="t" for="ch" forName="dummy4b" refType="h" fact="0.376400"/>
          <dgm:constr type="r" for="ch" forName="wedge4Tx" refType="w" fact="0.360000"/>
          <dgm:constr type="t" for="ch" forName="wedge4Tx" refType="h" fact="0.470000"/>
          <dgm:constr type="w" for="ch" forName="wedge4Tx" refType="w" fact="0.250000"/>
          <dgm:constr type="h" for="ch" forName="wedge4Tx" refType="h" fact="0.200000"/>
          <dgm:constr type="l" for="ch" forName="wedge5" refType="w" fact="0.068200"/>
          <dgm:constr type="t" for="ch" forName="wedge5" refType="h" fact="0.063800"/>
          <dgm:constr type="w" for="ch" forName="wedge5" refType="w" fact="0.840000"/>
          <dgm:constr type="h" for="ch" forName="wedge5" refType="h" fact="0.840000"/>
          <dgm:constr type="l" for="ch" forName="dummy5a" refType="w" fact="0.088800"/>
          <dgm:constr type="t" for="ch" forName="dummy5a" refType="h" fact="0.354000"/>
          <dgm:constr type="l" for="ch" forName="dummy5b" refType="w" fact="0.488200"/>
          <dgm:constr type="t" for="ch" forName="dummy5b" refType="h" fact="0.063800"/>
          <dgm:constr type="r" for="ch" forName="wedge5Tx" refType="w" fact="0.470000"/>
          <dgm:constr type="t" for="ch" forName="wedge5Tx" refType="h" fact="0.205000"/>
          <dgm:constr type="w" for="ch" forName="wedge5Tx" refType="w" fact="0.270000"/>
          <dgm:constr type="h" for="ch" forName="wedge5Tx" refType="h" fact="0.180000"/>
          <dgm:constr type="h" for="ch" forName="arrowWedge1" refType="w" fact="0.080000"/>
          <dgm:constr type="diam" for="ch" forName="arrowWedge1" refType="w" fact="0.840000"/>
          <dgm:constr type="l" for="ch" forName="arrowWedge1" refType="w" fact="0.500000"/>
          <dgm:constr type="t" for="ch" forName="arrowWedge1" refType="w" fact="0.500000"/>
          <dgm:constr type="h" for="ch" forName="arrowWedge2" refType="w" fact="0.080000"/>
          <dgm:constr type="diam" for="ch" forName="arrowWedge2" refType="w" fact="0.840000"/>
          <dgm:constr type="l" for="ch" forName="arrowWedge2" refType="w" fact="0.500000"/>
          <dgm:constr type="t" for="ch" forName="arrowWedge2" refType="w" fact="0.500000"/>
          <dgm:constr type="h" for="ch" forName="arrowWedge3" refType="w" fact="0.080000"/>
          <dgm:constr type="diam" for="ch" forName="arrowWedge3" refType="w" fact="0.840000"/>
          <dgm:constr type="l" for="ch" forName="arrowWedge3" refType="w" fact="0.500000"/>
          <dgm:constr type="t" for="ch" forName="arrowWedge3" refType="w" fact="0.500000"/>
          <dgm:constr type="h" for="ch" forName="arrowWedge4" refType="w" fact="0.080000"/>
          <dgm:constr type="diam" for="ch" forName="arrowWedge4" refType="w" fact="0.840000"/>
          <dgm:constr type="l" for="ch" forName="arrowWedge4" refType="w" fact="0.500000"/>
          <dgm:constr type="t" for="ch" forName="arrowWedge4" refType="w" fact="0.500000"/>
          <dgm:constr type="h" for="ch" forName="arrowWedge5" refType="w" fact="0.080000"/>
          <dgm:constr type="diam" for="ch" forName="arrowWedge5" refType="w" fact="0.840000"/>
          <dgm:constr type="l" for="ch" forName="arrowWedge5" refType="w" fact="0.500000"/>
          <dgm:constr type="t" for="ch" forName="arrowWedge5" refType="w" fact="0.500000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0000"/>
          <dgm:constr type="t" for="ch" forName="wedge1" refType="w" fact="0.062700"/>
          <dgm:constr type="w" for="ch" forName="wedge1" refType="w" fact="0.840000"/>
          <dgm:constr type="h" for="ch" forName="wedge1" refType="h" fact="0.840000"/>
          <dgm:constr type="l" for="ch" forName="dummy1a" refType="w" fact="0.510000"/>
          <dgm:constr type="t" for="ch" forName="dummy1a" refType="h" fact="0.062700"/>
          <dgm:constr type="l" for="ch" forName="dummy1b" refType="w" fact="0.873700"/>
          <dgm:constr type="t" for="ch" forName="dummy1b" refType="h" fact="0.272700"/>
          <dgm:constr type="l" for="ch" forName="wedge1Tx" refType="w" fact="0.530000"/>
          <dgm:constr type="t" for="ch" forName="wedge1Tx" refType="h" fact="0.170000"/>
          <dgm:constr type="w" for="ch" forName="wedge1Tx" refType="w" fact="0.220000"/>
          <dgm:constr type="h" for="ch" forName="wedge1Tx" refType="h" fact="0.170000"/>
          <dgm:constr type="l" for="ch" forName="wedge2" refType="w" fact="0.100000"/>
          <dgm:constr type="t" for="ch" forName="wedge2" refType="w" fact="0.080000"/>
          <dgm:constr type="w" for="ch" forName="wedge2" refType="w" fact="0.840000"/>
          <dgm:constr type="h" for="ch" forName="wedge2" refType="h" fact="0.840000"/>
          <dgm:constr type="l" for="ch" forName="dummy2a" refType="w" fact="0.883700"/>
          <dgm:constr type="t" for="ch" forName="dummy2a" refType="h" fact="0.290000"/>
          <dgm:constr type="l" for="ch" forName="dummy2b" refType="w" fact="0.883700"/>
          <dgm:constr type="t" for="ch" forName="dummy2b" refType="h" fact="0.710000"/>
          <dgm:constr type="l" for="ch" forName="wedge2Tx" refType="w" fact="0.670000"/>
          <dgm:constr type="t" for="ch" forName="wedge2Tx" refType="h" fact="0.420000"/>
          <dgm:constr type="w" for="ch" forName="wedge2Tx" refType="w" fact="0.230000"/>
          <dgm:constr type="h" for="ch" forName="wedge2Tx" refType="h" fact="0.165000"/>
          <dgm:constr type="l" for="ch" forName="wedge3" refType="w" fact="0.090000"/>
          <dgm:constr type="t" for="ch" forName="wedge3" refType="w" fact="0.097300"/>
          <dgm:constr type="w" for="ch" forName="wedge3" refType="w" fact="0.840000"/>
          <dgm:constr type="h" for="ch" forName="wedge3" refType="h" fact="0.840000"/>
          <dgm:constr type="l" for="ch" forName="dummy3a" refType="w" fact="0.873700"/>
          <dgm:constr type="t" for="ch" forName="dummy3a" refType="h" fact="0.727300"/>
          <dgm:constr type="l" for="ch" forName="dummy3b" refType="w" fact="0.510000"/>
          <dgm:constr type="t" for="ch" forName="dummy3b" refType="h" fact="0.937300"/>
          <dgm:constr type="l" for="ch" forName="wedge3Tx" refType="w" fact="0.530000"/>
          <dgm:constr type="t" for="ch" forName="wedge3Tx" refType="h" fact="0.665000"/>
          <dgm:constr type="w" for="ch" forName="wedge3Tx" refType="w" fact="0.220000"/>
          <dgm:constr type="h" for="ch" forName="wedge3Tx" refType="h" fact="0.170000"/>
          <dgm:constr type="l" for="ch" forName="wedge4" refType="w" fact="0.070000"/>
          <dgm:constr type="t" for="ch" forName="wedge4" refType="h" fact="0.097300"/>
          <dgm:constr type="w" for="ch" forName="wedge4" refType="w" fact="0.840000"/>
          <dgm:constr type="h" for="ch" forName="wedge4" refType="h" fact="0.840000"/>
          <dgm:constr type="l" for="ch" forName="dummy4a" refType="w" fact="0.490000"/>
          <dgm:constr type="t" for="ch" forName="dummy4a" refType="h" fact="0.937300"/>
          <dgm:constr type="l" for="ch" forName="dummy4b" refType="w" fact="0.126300"/>
          <dgm:constr type="t" for="ch" forName="dummy4b" refType="h" fact="0.727300"/>
          <dgm:constr type="r" for="ch" forName="wedge4Tx" refType="w" fact="0.470000"/>
          <dgm:constr type="t" for="ch" forName="wedge4Tx" refType="h" fact="0.665000"/>
          <dgm:constr type="w" for="ch" forName="wedge4Tx" refType="w" fact="0.220000"/>
          <dgm:constr type="h" for="ch" forName="wedge4Tx" refType="h" fact="0.170000"/>
          <dgm:constr type="l" for="ch" forName="wedge5" refType="w" fact="0.060000"/>
          <dgm:constr type="t" for="ch" forName="wedge5" refType="h" fact="0.080000"/>
          <dgm:constr type="w" for="ch" forName="wedge5" refType="w" fact="0.840000"/>
          <dgm:constr type="h" for="ch" forName="wedge5" refType="h" fact="0.840000"/>
          <dgm:constr type="l" for="ch" forName="dummy5a" refType="w" fact="0.116300"/>
          <dgm:constr type="t" for="ch" forName="dummy5a" refType="h" fact="0.710000"/>
          <dgm:constr type="l" for="ch" forName="dummy5b" refType="w" fact="0.116300"/>
          <dgm:constr type="t" for="ch" forName="dummy5b" refType="h" fact="0.290000"/>
          <dgm:constr type="r" for="ch" forName="wedge5Tx" refType="w" fact="0.330000"/>
          <dgm:constr type="t" for="ch" forName="wedge5Tx" refType="h" fact="0.420000"/>
          <dgm:constr type="w" for="ch" forName="wedge5Tx" refType="w" fact="0.230000"/>
          <dgm:constr type="h" for="ch" forName="wedge5Tx" refType="h" fact="0.165000"/>
          <dgm:constr type="l" for="ch" forName="wedge6" refType="w" fact="0.070000"/>
          <dgm:constr type="t" for="ch" forName="wedge6" refType="h" fact="0.062700"/>
          <dgm:constr type="w" for="ch" forName="wedge6" refType="w" fact="0.840000"/>
          <dgm:constr type="h" for="ch" forName="wedge6" refType="h" fact="0.840000"/>
          <dgm:constr type="l" for="ch" forName="dummy6a" refType="w" fact="0.126300"/>
          <dgm:constr type="t" for="ch" forName="dummy6a" refType="h" fact="0.272700"/>
          <dgm:constr type="l" for="ch" forName="dummy6b" refType="w" fact="0.490000"/>
          <dgm:constr type="t" for="ch" forName="dummy6b" refType="h" fact="0.062700"/>
          <dgm:constr type="r" for="ch" forName="wedge6Tx" refType="w" fact="0.470000"/>
          <dgm:constr type="t" for="ch" forName="wedge6Tx" refType="h" fact="0.170000"/>
          <dgm:constr type="w" for="ch" forName="wedge6Tx" refType="w" fact="0.220000"/>
          <dgm:constr type="h" for="ch" forName="wedge6Tx" refType="h" fact="0.170000"/>
          <dgm:constr type="h" for="ch" forName="arrowWedge1" refType="w" fact="0.080000"/>
          <dgm:constr type="diam" for="ch" forName="arrowWedge1" refType="w" fact="0.840000"/>
          <dgm:constr type="l" for="ch" forName="arrowWedge1" refType="w" fact="0.500000"/>
          <dgm:constr type="t" for="ch" forName="arrowWedge1" refType="w" fact="0.500000"/>
          <dgm:constr type="h" for="ch" forName="arrowWedge2" refType="w" fact="0.080000"/>
          <dgm:constr type="diam" for="ch" forName="arrowWedge2" refType="w" fact="0.840000"/>
          <dgm:constr type="l" for="ch" forName="arrowWedge2" refType="w" fact="0.500000"/>
          <dgm:constr type="t" for="ch" forName="arrowWedge2" refType="w" fact="0.500000"/>
          <dgm:constr type="h" for="ch" forName="arrowWedge3" refType="w" fact="0.080000"/>
          <dgm:constr type="diam" for="ch" forName="arrowWedge3" refType="w" fact="0.840000"/>
          <dgm:constr type="l" for="ch" forName="arrowWedge3" refType="w" fact="0.500000"/>
          <dgm:constr type="t" for="ch" forName="arrowWedge3" refType="w" fact="0.500000"/>
          <dgm:constr type="h" for="ch" forName="arrowWedge4" refType="w" fact="0.080000"/>
          <dgm:constr type="diam" for="ch" forName="arrowWedge4" refType="w" fact="0.840000"/>
          <dgm:constr type="l" for="ch" forName="arrowWedge4" refType="w" fact="0.500000"/>
          <dgm:constr type="t" for="ch" forName="arrowWedge4" refType="w" fact="0.500000"/>
          <dgm:constr type="h" for="ch" forName="arrowWedge5" refType="w" fact="0.080000"/>
          <dgm:constr type="diam" for="ch" forName="arrowWedge5" refType="w" fact="0.840000"/>
          <dgm:constr type="l" for="ch" forName="arrowWedge5" refType="w" fact="0.500000"/>
          <dgm:constr type="t" for="ch" forName="arrowWedge5" refType="w" fact="0.500000"/>
          <dgm:constr type="h" for="ch" forName="arrowWedge6" refType="w" fact="0.080000"/>
          <dgm:constr type="diam" for="ch" forName="arrowWedge6" refType="w" fact="0.840000"/>
          <dgm:constr type="l" for="ch" forName="arrowWedge6" refType="w" fact="0.500000"/>
          <dgm:constr type="t" for="ch" forName="arrowWedge6" refType="w" fact="0.500000"/>
          <dgm:constr type="primFontSz" for="ch" ptType="node" op="equ"/>
        </dgm:constrLst>
      </dgm:if>
      <dgm:else name="Name7">
        <dgm:constrLst>
          <dgm:constr type="l" for="ch" forName="wedge1" refType="w" fact="0.088700"/>
          <dgm:constr type="t" for="ch" forName="wedge1" refType="w" fact="0.062000"/>
          <dgm:constr type="w" for="ch" forName="wedge1" refType="w" fact="0.840000"/>
          <dgm:constr type="h" for="ch" forName="wedge1" refType="h" fact="0.840000"/>
          <dgm:constr type="l" for="ch" forName="dummy1a" refType="w" fact="0.508700"/>
          <dgm:constr type="t" for="ch" forName="dummy1a" refType="h" fact="0.062000"/>
          <dgm:constr type="l" for="ch" forName="dummy1b" refType="w" fact="0.837000"/>
          <dgm:constr type="t" for="ch" forName="dummy1b" refType="h" fact="0.220100"/>
          <dgm:constr type="l" for="ch" forName="wedge1Tx" refType="w" fact="0.530000"/>
          <dgm:constr type="t" for="ch" forName="wedge1Tx" refType="h" fact="0.140000"/>
          <dgm:constr type="w" for="ch" forName="wedge1Tx" refType="w" fact="0.200000"/>
          <dgm:constr type="h" for="ch" forName="wedge1Tx" refType="h" fact="0.160000"/>
          <dgm:constr type="l" for="ch" forName="wedge2" refType="w" fact="0.099500"/>
          <dgm:constr type="t" for="ch" forName="wedge2" refType="w" fact="0.075500"/>
          <dgm:constr type="w" for="ch" forName="wedge2" refType="w" fact="0.840000"/>
          <dgm:constr type="h" for="ch" forName="wedge2" refType="h" fact="0.840000"/>
          <dgm:constr type="l" for="ch" forName="dummy2a" refType="w" fact="0.847900"/>
          <dgm:constr type="t" for="ch" forName="dummy2a" refType="h" fact="0.233700"/>
          <dgm:constr type="l" for="ch" forName="dummy2b" refType="w" fact="0.929000"/>
          <dgm:constr type="t" for="ch" forName="dummy2b" refType="h" fact="0.589000"/>
          <dgm:constr type="l" for="ch" forName="wedge2Tx" refType="w" fact="0.670000"/>
          <dgm:constr type="t" for="ch" forName="wedge2Tx" refType="h" fact="0.380000"/>
          <dgm:constr type="w" for="ch" forName="wedge2Tx" refType="w" fact="0.230000"/>
          <dgm:constr type="h" for="ch" forName="wedge2Tx" refType="h" fact="0.140000"/>
          <dgm:constr type="l" for="ch" forName="wedge3" refType="w" fact="0.095600"/>
          <dgm:constr type="t" for="ch" forName="wedge3" refType="w" fact="0.092500"/>
          <dgm:constr type="w" for="ch" forName="wedge3" refType="w" fact="0.840000"/>
          <dgm:constr type="h" for="ch" forName="wedge3" refType="h" fact="0.840000"/>
          <dgm:constr type="l" for="ch" forName="dummy3a" refType="w" fact="0.925100"/>
          <dgm:constr type="t" for="ch" forName="dummy3a" refType="h" fact="0.605900"/>
          <dgm:constr type="l" for="ch" forName="dummy3b" refType="w" fact="0.697900"/>
          <dgm:constr type="t" for="ch" forName="dummy3b" refType="h" fact="0.890900"/>
          <dgm:constr type="l" for="ch" forName="wedge3Tx" refType="w" fact="0.635000"/>
          <dgm:constr type="t" for="ch" forName="wedge3Tx" refType="h" fact="0.590000"/>
          <dgm:constr type="w" for="ch" forName="wedge3Tx" refType="w" fact="0.200000"/>
          <dgm:constr type="h" for="ch" forName="wedge3Tx" refType="h" fact="0.155000"/>
          <dgm:constr type="l" for="ch" forName="wedge4" refType="w" fact="0.080000"/>
          <dgm:constr type="t" for="ch" forName="wedge4" refType="h" fact="0.100000"/>
          <dgm:constr type="w" for="ch" forName="wedge4" refType="w" fact="0.840000"/>
          <dgm:constr type="h" for="ch" forName="wedge4" refType="h" fact="0.840000"/>
          <dgm:constr type="l" for="ch" forName="dummy4a" refType="w" fact="0.682200"/>
          <dgm:constr type="t" for="ch" forName="dummy4a" refType="h" fact="0.898400"/>
          <dgm:constr type="l" for="ch" forName="dummy4b" refType="w" fact="0.317800"/>
          <dgm:constr type="t" for="ch" forName="dummy4b" refType="h" fact="0.898400"/>
          <dgm:constr type="l" for="ch" forName="wedge4Tx" refType="w" fact="0.402500"/>
          <dgm:constr type="t" for="ch" forName="wedge4Tx" refType="h" fact="0.760000"/>
          <dgm:constr type="w" for="ch" forName="wedge4Tx" refType="w" fact="0.195000"/>
          <dgm:constr type="h" for="ch" forName="wedge4Tx" refType="h" fact="0.140000"/>
          <dgm:constr type="l" for="ch" forName="wedge5" refType="w" fact="0.064400"/>
          <dgm:constr type="t" for="ch" forName="wedge5" refType="h" fact="0.092500"/>
          <dgm:constr type="w" for="ch" forName="wedge5" refType="w" fact="0.840000"/>
          <dgm:constr type="h" for="ch" forName="wedge5" refType="h" fact="0.840000"/>
          <dgm:constr type="l" for="ch" forName="dummy5a" refType="w" fact="0.302100"/>
          <dgm:constr type="t" for="ch" forName="dummy5a" refType="h" fact="0.890900"/>
          <dgm:constr type="l" for="ch" forName="dummy5b" refType="w" fact="0.074900"/>
          <dgm:constr type="t" for="ch" forName="dummy5b" refType="h" fact="0.605900"/>
          <dgm:constr type="r" for="ch" forName="wedge5Tx" refType="w" fact="0.365000"/>
          <dgm:constr type="t" for="ch" forName="wedge5Tx" refType="h" fact="0.590000"/>
          <dgm:constr type="w" for="ch" forName="wedge5Tx" refType="w" fact="0.200000"/>
          <dgm:constr type="h" for="ch" forName="wedge5Tx" refType="h" fact="0.155000"/>
          <dgm:constr type="l" for="ch" forName="wedge6" refType="w" fact="0.060500"/>
          <dgm:constr type="t" for="ch" forName="wedge6" refType="h" fact="0.075500"/>
          <dgm:constr type="w" for="ch" forName="wedge6" refType="w" fact="0.840000"/>
          <dgm:constr type="h" for="ch" forName="wedge6" refType="h" fact="0.840000"/>
          <dgm:constr type="l" for="ch" forName="dummy6a" refType="w" fact="0.071000"/>
          <dgm:constr type="t" for="ch" forName="dummy6a" refType="h" fact="0.589000"/>
          <dgm:constr type="l" for="ch" forName="dummy6b" refType="w" fact="0.152100"/>
          <dgm:constr type="t" for="ch" forName="dummy6b" refType="h" fact="0.233700"/>
          <dgm:constr type="r" for="ch" forName="wedge6Tx" refType="w" fact="0.330000"/>
          <dgm:constr type="t" for="ch" forName="wedge6Tx" refType="h" fact="0.380000"/>
          <dgm:constr type="w" for="ch" forName="wedge6Tx" refType="w" fact="0.230000"/>
          <dgm:constr type="h" for="ch" forName="wedge6Tx" refType="h" fact="0.140000"/>
          <dgm:constr type="l" for="ch" forName="wedge7" refType="w" fact="0.071300"/>
          <dgm:constr type="t" for="ch" forName="wedge7" refType="h" fact="0.062000"/>
          <dgm:constr type="w" for="ch" forName="wedge7" refType="w" fact="0.840000"/>
          <dgm:constr type="h" for="ch" forName="wedge7" refType="h" fact="0.840000"/>
          <dgm:constr type="l" for="ch" forName="dummy7a" refType="w" fact="0.163000"/>
          <dgm:constr type="t" for="ch" forName="dummy7a" refType="h" fact="0.220100"/>
          <dgm:constr type="l" for="ch" forName="dummy7b" refType="w" fact="0.491300"/>
          <dgm:constr type="t" for="ch" forName="dummy7b" refType="h" fact="0.062000"/>
          <dgm:constr type="r" for="ch" forName="wedge7Tx" refType="w" fact="0.470000"/>
          <dgm:constr type="t" for="ch" forName="wedge7Tx" refType="h" fact="0.140000"/>
          <dgm:constr type="w" for="ch" forName="wedge7Tx" refType="w" fact="0.200000"/>
          <dgm:constr type="h" for="ch" forName="wedge7Tx" refType="h" fact="0.160000"/>
          <dgm:constr type="h" for="ch" forName="arrowWedge1" refType="w" fact="0.080000"/>
          <dgm:constr type="diam" for="ch" forName="arrowWedge1" refType="w" fact="0.840000"/>
          <dgm:constr type="l" for="ch" forName="arrowWedge1" refType="w" fact="0.500000"/>
          <dgm:constr type="t" for="ch" forName="arrowWedge1" refType="w" fact="0.500000"/>
          <dgm:constr type="h" for="ch" forName="arrowWedge2" refType="w" fact="0.080000"/>
          <dgm:constr type="diam" for="ch" forName="arrowWedge2" refType="w" fact="0.840000"/>
          <dgm:constr type="l" for="ch" forName="arrowWedge2" refType="w" fact="0.500000"/>
          <dgm:constr type="t" for="ch" forName="arrowWedge2" refType="w" fact="0.500000"/>
          <dgm:constr type="h" for="ch" forName="arrowWedge3" refType="w" fact="0.080000"/>
          <dgm:constr type="diam" for="ch" forName="arrowWedge3" refType="w" fact="0.840000"/>
          <dgm:constr type="l" for="ch" forName="arrowWedge3" refType="w" fact="0.500000"/>
          <dgm:constr type="t" for="ch" forName="arrowWedge3" refType="w" fact="0.500000"/>
          <dgm:constr type="h" for="ch" forName="arrowWedge4" refType="w" fact="0.080000"/>
          <dgm:constr type="diam" for="ch" forName="arrowWedge4" refType="w" fact="0.840000"/>
          <dgm:constr type="l" for="ch" forName="arrowWedge4" refType="w" fact="0.500000"/>
          <dgm:constr type="t" for="ch" forName="arrowWedge4" refType="w" fact="0.500000"/>
          <dgm:constr type="h" for="ch" forName="arrowWedge5" refType="w" fact="0.080000"/>
          <dgm:constr type="diam" for="ch" forName="arrowWedge5" refType="w" fact="0.840000"/>
          <dgm:constr type="l" for="ch" forName="arrowWedge5" refType="w" fact="0.500000"/>
          <dgm:constr type="t" for="ch" forName="arrowWedge5" refType="w" fact="0.500000"/>
          <dgm:constr type="h" for="ch" forName="arrowWedge6" refType="w" fact="0.080000"/>
          <dgm:constr type="diam" for="ch" forName="arrowWedge6" refType="w" fact="0.840000"/>
          <dgm:constr type="l" for="ch" forName="arrowWedge6" refType="w" fact="0.500000"/>
          <dgm:constr type="t" for="ch" forName="arrowWedge6" refType="w" fact="0.500000"/>
          <dgm:constr type="h" for="ch" forName="arrowWedge7" refType="w" fact="0.080000"/>
          <dgm:constr type="diam" for="ch" forName="arrowWedge7" refType="w" fact="0.840000"/>
          <dgm:constr type="l" for="ch" forName="arrowWedge7" refType="w" fact="0.500000"/>
          <dgm:constr type="t" for="ch" forName="arrowWedge7" refType="w" fact="0.500000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type="ellipse" r:blip="">
                <dgm:adjLst/>
              </dgm:shape>
            </dgm:if>
            <dgm:if name="Name12" axis="ch" ptType="node" func="cnt" op="equ" val="2">
              <dgm:shape type="pie" r:blip="">
                <dgm:adjLst>
                  <dgm:adj idx="1" val="270.000000"/>
                  <dgm:adj idx="2" val="90.000000"/>
                </dgm:adjLst>
              </dgm:shape>
            </dgm:if>
            <dgm:if name="Name13" axis="ch" ptType="node" func="cnt" op="equ" val="3">
              <dgm:shape type="pie" r:blip="">
                <dgm:adjLst>
                  <dgm:adj idx="1" val="270.000000"/>
                  <dgm:adj idx="2" val="30.000000"/>
                </dgm:adjLst>
              </dgm:shape>
            </dgm:if>
            <dgm:if name="Name14" axis="ch" ptType="node" func="cnt" op="equ" val="4">
              <dgm:shape type="pie" r:blip="">
                <dgm:adjLst>
                  <dgm:adj idx="1" val="270.000000"/>
                  <dgm:adj idx="2" val="0.000000"/>
                </dgm:adjLst>
              </dgm:shape>
            </dgm:if>
            <dgm:if name="Name15" axis="ch" ptType="node" func="cnt" op="equ" val="5">
              <dgm:shape type="pie" r:blip="">
                <dgm:adjLst>
                  <dgm:adj idx="1" val="270.000000"/>
                  <dgm:adj idx="2" val="342.000000"/>
                </dgm:adjLst>
              </dgm:shape>
            </dgm:if>
            <dgm:if name="Name16" axis="ch" ptType="node" func="cnt" op="equ" val="6">
              <dgm:shape type="pie" r:blip="">
                <dgm:adjLst>
                  <dgm:adj idx="1" val="270.000000"/>
                  <dgm:adj idx="2" val="330.000000"/>
                </dgm:adjLst>
              </dgm:shape>
            </dgm:if>
            <dgm:else name="Name17">
              <dgm:shape type="pie" r:blip="">
                <dgm:adjLst>
                  <dgm:adj idx="1" val="270.000000"/>
                  <dgm:adj idx="2" val="321.428600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00000"/>
            <dgm:constr type="bMarg" refType="primFontSz" fact="0.100000"/>
            <dgm:constr type="lMarg" refType="primFontSz" fact="0.100000"/>
            <dgm:constr type="rMarg" refType="primFontSz" fact="0.100000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type="pie" r:blip="">
                <dgm:adjLst>
                  <dgm:adj idx="1" val="90.000000"/>
                  <dgm:adj idx="2" val="270.000000"/>
                </dgm:adjLst>
              </dgm:shape>
            </dgm:if>
            <dgm:if name="Name45" axis="ch" ptType="node" func="cnt" op="equ" val="3">
              <dgm:shape type="pie" r:blip="">
                <dgm:adjLst>
                  <dgm:adj idx="1" val="30.000000"/>
                  <dgm:adj idx="2" val="150.000000"/>
                </dgm:adjLst>
              </dgm:shape>
            </dgm:if>
            <dgm:if name="Name46" axis="ch" ptType="node" func="cnt" op="equ" val="4">
              <dgm:shape type="pie" r:blip="">
                <dgm:adjLst>
                  <dgm:adj idx="1" val="0.000000"/>
                  <dgm:adj idx="2" val="90.000000"/>
                </dgm:adjLst>
              </dgm:shape>
            </dgm:if>
            <dgm:if name="Name47" axis="ch" ptType="node" func="cnt" op="equ" val="5">
              <dgm:shape type="pie" r:blip="">
                <dgm:adjLst>
                  <dgm:adj idx="1" val="342.000000"/>
                  <dgm:adj idx="2" val="54.000000"/>
                </dgm:adjLst>
              </dgm:shape>
            </dgm:if>
            <dgm:if name="Name48" axis="ch" ptType="node" func="cnt" op="equ" val="6">
              <dgm:shape type="pie" r:blip="">
                <dgm:adjLst>
                  <dgm:adj idx="1" val="330.000000"/>
                  <dgm:adj idx="2" val="30.000000"/>
                </dgm:adjLst>
              </dgm:shape>
            </dgm:if>
            <dgm:else name="Name49">
              <dgm:shape type="pie" r:blip="">
                <dgm:adjLst>
                  <dgm:adj idx="1" val="321.428600"/>
                  <dgm:adj idx="2" val="12.857140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00000"/>
            <dgm:constr type="bMarg" refType="primFontSz" fact="0.100000"/>
            <dgm:constr type="lMarg" refType="primFontSz" fact="0.100000"/>
            <dgm:constr type="rMarg" refType="primFontSz" fact="0.100000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type="pie" r:blip="">
                <dgm:adjLst>
                  <dgm:adj idx="1" val="150.000000"/>
                  <dgm:adj idx="2" val="270.000000"/>
                </dgm:adjLst>
              </dgm:shape>
            </dgm:if>
            <dgm:if name="Name75" axis="ch" ptType="node" func="cnt" op="equ" val="4">
              <dgm:shape type="pie" r:blip="">
                <dgm:adjLst>
                  <dgm:adj idx="1" val="90.000000"/>
                  <dgm:adj idx="2" val="180.000000"/>
                </dgm:adjLst>
              </dgm:shape>
            </dgm:if>
            <dgm:if name="Name76" axis="ch" ptType="node" func="cnt" op="equ" val="5">
              <dgm:shape type="pie" r:blip="">
                <dgm:adjLst>
                  <dgm:adj idx="1" val="54.000000"/>
                  <dgm:adj idx="2" val="126.000000"/>
                </dgm:adjLst>
              </dgm:shape>
            </dgm:if>
            <dgm:if name="Name77" axis="ch" ptType="node" func="cnt" op="equ" val="6">
              <dgm:shape type="pie" r:blip="">
                <dgm:adjLst>
                  <dgm:adj idx="1" val="30.000000"/>
                  <dgm:adj idx="2" val="90.000000"/>
                </dgm:adjLst>
              </dgm:shape>
            </dgm:if>
            <dgm:else name="Name78">
              <dgm:shape type="pie" r:blip="">
                <dgm:adjLst>
                  <dgm:adj idx="1" val="12.857140"/>
                  <dgm:adj idx="2" val="64.285710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00000"/>
            <dgm:constr type="bMarg" refType="primFontSz" fact="0.100000"/>
            <dgm:constr type="lMarg" refType="primFontSz" fact="0.100000"/>
            <dgm:constr type="rMarg" refType="primFontSz" fact="0.100000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type="pie" r:blip="">
                <dgm:adjLst>
                  <dgm:adj idx="1" val="180.000000"/>
                  <dgm:adj idx="2" val="270.000000"/>
                </dgm:adjLst>
              </dgm:shape>
            </dgm:if>
            <dgm:if name="Name102" axis="ch" ptType="node" func="cnt" op="equ" val="5">
              <dgm:shape type="pie" r:blip="">
                <dgm:adjLst>
                  <dgm:adj idx="1" val="126.000000"/>
                  <dgm:adj idx="2" val="198.000000"/>
                </dgm:adjLst>
              </dgm:shape>
            </dgm:if>
            <dgm:if name="Name103" axis="ch" ptType="node" func="cnt" op="equ" val="6">
              <dgm:shape type="pie" r:blip="">
                <dgm:adjLst>
                  <dgm:adj idx="1" val="90.000000"/>
                  <dgm:adj idx="2" val="150.000000"/>
                </dgm:adjLst>
              </dgm:shape>
            </dgm:if>
            <dgm:else name="Name104">
              <dgm:shape type="pie" r:blip="">
                <dgm:adjLst>
                  <dgm:adj idx="1" val="64.287100"/>
                  <dgm:adj idx="2" val="115.714300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00000"/>
            <dgm:constr type="bMarg" refType="primFontSz" fact="0.100000"/>
            <dgm:constr type="lMarg" refType="primFontSz" fact="0.100000"/>
            <dgm:constr type="rMarg" refType="primFontSz" fact="0.100000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type="pie" r:blip="">
                <dgm:adjLst>
                  <dgm:adj idx="1" val="198.000000"/>
                  <dgm:adj idx="2" val="270.000000"/>
                </dgm:adjLst>
              </dgm:shape>
            </dgm:if>
            <dgm:if name="Name126" axis="ch" ptType="node" func="cnt" op="equ" val="6">
              <dgm:shape type="pie" r:blip="">
                <dgm:adjLst>
                  <dgm:adj idx="1" val="150.000000"/>
                  <dgm:adj idx="2" val="210.000000"/>
                </dgm:adjLst>
              </dgm:shape>
            </dgm:if>
            <dgm:else name="Name127">
              <dgm:shape type="pie" r:blip="">
                <dgm:adjLst>
                  <dgm:adj idx="1" val="115.714300"/>
                  <dgm:adj idx="2" val="167.142900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00000"/>
            <dgm:constr type="bMarg" refType="primFontSz" fact="0.100000"/>
            <dgm:constr type="lMarg" refType="primFontSz" fact="0.100000"/>
            <dgm:constr type="rMarg" refType="primFontSz" fact="0.100000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type="pie" r:blip="">
                <dgm:adjLst>
                  <dgm:adj idx="1" val="210.000000"/>
                  <dgm:adj idx="2" val="270.000000"/>
                </dgm:adjLst>
              </dgm:shape>
            </dgm:if>
            <dgm:else name="Name147">
              <dgm:shape type="pie" r:blip="">
                <dgm:adjLst>
                  <dgm:adj idx="1" val="167.142900"/>
                  <dgm:adj idx="2" val="218.571400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00000"/>
            <dgm:constr type="bMarg" refType="primFontSz" fact="0.100000"/>
            <dgm:constr type="lMarg" refType="primFontSz" fact="0.100000"/>
            <dgm:constr type="rMarg" refType="primFontSz" fact="0.100000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type="pie" r:blip="">
            <dgm:adjLst>
              <dgm:adj idx="1" val="218.571400"/>
              <dgm:adj idx="2" val="270.00000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00000"/>
            <dgm:constr type="bMarg" refType="primFontSz" fact="0.100000"/>
            <dgm:constr type="lMarg" refType="primFontSz" fact="0.100000"/>
            <dgm:constr type="rMarg" refType="primFontSz" fact="0.100000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cnt="1" hideLastTrans="0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cnt="1" hideLastTrans="0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st="2" cnt="1" hideLastTrans="0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st="3" cnt="1" hideLastTrans="0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st="4" cnt="1" hideLastTrans="0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st="5" cnt="1" hideLastTrans="0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st="6" cnt="1" hideLastTrans="0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st="7" cnt="1" hideLastTrans="0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2">
        <a:srgbClr val="000000"/>
      </a:fillRef>
      <a:effectRef idx="0">
        <a:srgbClr val="00000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2">
        <a:srgbClr val="000000"/>
      </a:fillRef>
      <a:effectRef idx="0">
        <a:srgbClr val="00000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callout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2">
        <a:srgbClr val="000000"/>
      </a:fillRef>
      <a:effectRef idx="1">
        <a:srgbClr val="000000"/>
      </a:effectRef>
      <a:fontRef idx="minor"/>
    </dgm:style>
  </dgm:styleLbl>
  <dgm:styleLbl name="asst0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2">
        <a:srgbClr val="000000"/>
      </a:fillRef>
      <a:effectRef idx="0">
        <a:srgbClr val="00000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2">
        <a:srgbClr val="000000"/>
      </a:fillRef>
      <a:effectRef idx="1">
        <a:srgbClr val="000000"/>
      </a:effectRef>
      <a:fontRef idx="minor"/>
    </dgm:style>
  </dgm:styleLbl>
  <dgm:styleLbl name="revTx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chart" Target="../charts/chart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diagramData" Target="../diagrams/data1.xml"/><Relationship Id="rId3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5" Type="http://schemas.openxmlformats.org/officeDocument/2006/relationships/diagramLayout" Target="../diagrams/layout1.xml"/><Relationship Id="rId6" Type="http://schemas.openxmlformats.org/officeDocument/2006/relationships/diagramQuickStyle" Target="../diagrams/quickStyle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378230" y="1263535"/>
            <a:ext cx="11414760" cy="4339243"/>
          </a:xfrm>
          <a:prstGeom prst="rect">
            <a:avLst/>
          </a:prstGeom>
        </p:spPr>
        <p:txBody>
          <a:bodyPr/>
          <a:lstStyle>
            <a:lvl1pPr>
              <a:buNone/>
              <a:defRPr sz="24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8FBA86F-3969-424E-BF66-1900EAFA6A8E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59E9C92-888A-4702-9F01-76222400F383}" type="slidenum">
              <a:rPr lang="ru-RU"/>
              <a:t/>
            </a:fld>
            <a:endParaRPr lang="ru-RU"/>
          </a:p>
        </p:txBody>
      </p:sp>
      <p:sp>
        <p:nvSpPr>
          <p:cNvPr id="10" name="Заголовок 6"/>
          <p:cNvSpPr>
            <a:spLocks noGrp="1"/>
          </p:cNvSpPr>
          <p:nvPr>
            <p:ph type="title" hasCustomPrompt="1"/>
          </p:nvPr>
        </p:nvSpPr>
        <p:spPr bwMode="auto">
          <a:xfrm>
            <a:off x="2123902" y="136526"/>
            <a:ext cx="9229898" cy="36512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Тема слайда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 bwMode="auto">
          <a:xfrm>
            <a:off x="839788" y="1269076"/>
            <a:ext cx="5157787" cy="4405197"/>
          </a:xfrm>
          <a:prstGeom prst="rect">
            <a:avLst/>
          </a:prstGeom>
        </p:spPr>
        <p:txBody>
          <a:bodyPr/>
          <a:lstStyle>
            <a:lvl1pPr>
              <a:buNone/>
              <a:defRPr sz="1800"/>
            </a:lvl1pPr>
          </a:lstStyle>
          <a:p>
            <a:pPr lvl="0">
              <a:defRPr/>
            </a:pPr>
            <a:r>
              <a:rPr lang="ru-RU"/>
              <a:t>Текст </a:t>
            </a:r>
            <a:r>
              <a:rPr lang="ru-RU"/>
              <a:t>текст</a:t>
            </a:r>
            <a:r>
              <a:rPr lang="ru-RU"/>
              <a:t> 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 hasCustomPrompt="1"/>
          </p:nvPr>
        </p:nvSpPr>
        <p:spPr bwMode="auto">
          <a:xfrm>
            <a:off x="6172200" y="1269076"/>
            <a:ext cx="5183188" cy="4405197"/>
          </a:xfrm>
          <a:prstGeom prst="rect">
            <a:avLst/>
          </a:prstGeom>
        </p:spPr>
        <p:txBody>
          <a:bodyPr/>
          <a:lstStyle>
            <a:lvl1pPr>
              <a:buNone/>
              <a:defRPr sz="1800"/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>
              <a:defRPr/>
            </a:pPr>
            <a:r>
              <a:rPr lang="ru-RU"/>
              <a:t>Текст </a:t>
            </a:r>
            <a:r>
              <a:rPr lang="ru-RU"/>
              <a:t>текст</a:t>
            </a:r>
            <a:r>
              <a:rPr lang="ru-RU"/>
              <a:t> 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8FBA86F-3969-424E-BF66-1900EAFA6A8E}" type="datetimeFigureOut">
              <a:rPr lang="ru-RU"/>
              <a:t/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59E9C92-888A-4702-9F01-76222400F383}" type="slidenum">
              <a:rPr lang="ru-RU"/>
              <a:t/>
            </a:fld>
            <a:endParaRPr lang="ru-RU"/>
          </a:p>
        </p:txBody>
      </p:sp>
      <p:sp>
        <p:nvSpPr>
          <p:cNvPr id="8" name="Заголовок 6"/>
          <p:cNvSpPr>
            <a:spLocks noGrp="1"/>
          </p:cNvSpPr>
          <p:nvPr>
            <p:ph type="title" hasCustomPrompt="1"/>
          </p:nvPr>
        </p:nvSpPr>
        <p:spPr bwMode="auto">
          <a:xfrm>
            <a:off x="2123902" y="136526"/>
            <a:ext cx="9229898" cy="36512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Тема слайда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 bwMode="auto">
          <a:xfrm>
            <a:off x="378230" y="1269076"/>
            <a:ext cx="3550918" cy="4405197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 marL="449263" indent="-449263">
              <a:buNone/>
              <a:defRPr/>
            </a:lvl2pPr>
            <a:lvl3pPr marL="266700" indent="-88900">
              <a:buNone/>
              <a:defRPr/>
            </a:lvl3pPr>
          </a:lstStyle>
          <a:p>
            <a:pPr lvl="1">
              <a:defRPr/>
            </a:pPr>
            <a:r>
              <a:rPr lang="ru-RU"/>
              <a:t>Текст </a:t>
            </a:r>
            <a:r>
              <a:rPr lang="ru-RU"/>
              <a:t>текст</a:t>
            </a:r>
            <a:r>
              <a:rPr lang="ru-RU"/>
              <a:t> </a:t>
            </a:r>
            <a:r>
              <a:rPr lang="ru-RU"/>
              <a:t>текст</a:t>
            </a:r>
            <a:r>
              <a:rPr lang="ru-RU"/>
              <a:t> 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8FBA86F-3969-424E-BF66-1900EAFA6A8E}" type="datetimeFigureOut">
              <a:rPr lang="ru-RU"/>
              <a:t/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59E9C92-888A-4702-9F01-76222400F383}" type="slidenum">
              <a:rPr lang="ru-RU"/>
              <a:t/>
            </a:fld>
            <a:endParaRPr lang="ru-RU"/>
          </a:p>
        </p:txBody>
      </p:sp>
      <p:sp>
        <p:nvSpPr>
          <p:cNvPr id="5" name="Объект 3"/>
          <p:cNvSpPr>
            <a:spLocks noGrp="1"/>
          </p:cNvSpPr>
          <p:nvPr>
            <p:ph sz="half" idx="13" hasCustomPrompt="1"/>
          </p:nvPr>
        </p:nvSpPr>
        <p:spPr bwMode="auto">
          <a:xfrm>
            <a:off x="4320540" y="1269076"/>
            <a:ext cx="3550918" cy="4405197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 marL="449263" indent="-449263">
              <a:buNone/>
              <a:defRPr/>
            </a:lvl2pPr>
            <a:lvl3pPr marL="266700" indent="-88900">
              <a:buNone/>
              <a:defRPr/>
            </a:lvl3pPr>
          </a:lstStyle>
          <a:p>
            <a:pPr lvl="1">
              <a:defRPr/>
            </a:pPr>
            <a:r>
              <a:rPr lang="ru-RU"/>
              <a:t>Текст </a:t>
            </a:r>
            <a:r>
              <a:rPr lang="ru-RU"/>
              <a:t>текст</a:t>
            </a:r>
            <a:r>
              <a:rPr lang="ru-RU"/>
              <a:t> </a:t>
            </a:r>
            <a:r>
              <a:rPr lang="ru-RU"/>
              <a:t>текст</a:t>
            </a:r>
            <a:r>
              <a:rPr lang="ru-RU"/>
              <a:t> </a:t>
            </a:r>
            <a:endParaRPr/>
          </a:p>
        </p:txBody>
      </p:sp>
      <p:sp>
        <p:nvSpPr>
          <p:cNvPr id="8" name="Объект 3"/>
          <p:cNvSpPr>
            <a:spLocks noGrp="1"/>
          </p:cNvSpPr>
          <p:nvPr>
            <p:ph sz="half" idx="14" hasCustomPrompt="1"/>
          </p:nvPr>
        </p:nvSpPr>
        <p:spPr bwMode="auto">
          <a:xfrm>
            <a:off x="8262850" y="1269076"/>
            <a:ext cx="3550918" cy="4405197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 marL="449263" indent="-449263">
              <a:buNone/>
              <a:defRPr/>
            </a:lvl2pPr>
            <a:lvl3pPr marL="266700" indent="-88900">
              <a:buNone/>
              <a:defRPr/>
            </a:lvl3pPr>
          </a:lstStyle>
          <a:p>
            <a:pPr lvl="1">
              <a:defRPr/>
            </a:pPr>
            <a:r>
              <a:rPr lang="ru-RU"/>
              <a:t>Текст </a:t>
            </a:r>
            <a:r>
              <a:rPr lang="ru-RU"/>
              <a:t>текст</a:t>
            </a:r>
            <a:r>
              <a:rPr lang="ru-RU"/>
              <a:t> </a:t>
            </a:r>
            <a:r>
              <a:rPr lang="ru-RU"/>
              <a:t>текст</a:t>
            </a:r>
            <a:r>
              <a:rPr lang="ru-RU"/>
              <a:t> </a:t>
            </a:r>
            <a:endParaRPr/>
          </a:p>
        </p:txBody>
      </p:sp>
      <p:sp>
        <p:nvSpPr>
          <p:cNvPr id="10" name="Заголовок 6"/>
          <p:cNvSpPr>
            <a:spLocks noGrp="1"/>
          </p:cNvSpPr>
          <p:nvPr>
            <p:ph type="title" hasCustomPrompt="1"/>
          </p:nvPr>
        </p:nvSpPr>
        <p:spPr bwMode="auto">
          <a:xfrm>
            <a:off x="2123902" y="136526"/>
            <a:ext cx="9229898" cy="36512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Тема слайда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8FBA86F-3969-424E-BF66-1900EAFA6A8E}" type="datetimeFigureOut">
              <a:rPr lang="ru-RU"/>
              <a:t/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59E9C92-888A-4702-9F01-76222400F383}" type="slidenum">
              <a:rPr lang="ru-RU"/>
              <a:t/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 hasCustomPrompt="1"/>
          </p:nvPr>
        </p:nvSpPr>
        <p:spPr bwMode="auto">
          <a:xfrm>
            <a:off x="2123902" y="136526"/>
            <a:ext cx="9229898" cy="36512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Тема слайда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головок и объек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332403"/>
            <a:ext cx="10300855" cy="435133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8FBA86F-3969-424E-BF66-1900EAFA6A8E}" type="datetimeFigureOut">
              <a:rPr lang="ru-RU"/>
              <a:t/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59E9C92-888A-4702-9F01-76222400F383}" type="slidenum">
              <a:rPr lang="ru-RU"/>
              <a:t/>
            </a:fld>
            <a:endParaRPr lang="ru-RU"/>
          </a:p>
        </p:txBody>
      </p:sp>
      <p:sp>
        <p:nvSpPr>
          <p:cNvPr id="5" name="Заголовок 6"/>
          <p:cNvSpPr>
            <a:spLocks noGrp="1"/>
          </p:cNvSpPr>
          <p:nvPr>
            <p:ph type="title" hasCustomPrompt="1"/>
          </p:nvPr>
        </p:nvSpPr>
        <p:spPr bwMode="auto">
          <a:xfrm>
            <a:off x="2123902" y="136526"/>
            <a:ext cx="9229898" cy="36512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Тема слайда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8FBA86F-3969-424E-BF66-1900EAFA6A8E}" type="datetimeFigureOut">
              <a:rPr lang="ru-RU"/>
              <a:t/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59E9C92-888A-4702-9F01-76222400F383}" type="slidenum">
              <a:rPr lang="ru-RU"/>
              <a:t/>
            </a:fld>
            <a:endParaRPr lang="ru-RU"/>
          </a:p>
        </p:txBody>
      </p:sp>
      <p:graphicFrame>
        <p:nvGraphicFramePr>
          <p:cNvPr id="8" name="Диаграмма 7"/>
          <p:cNvGraphicFramePr>
            <a:graphicFrameLocks xmlns:a="http://schemas.openxmlformats.org/drawingml/2006/main"/>
          </p:cNvGraphicFramePr>
          <p:nvPr userDrawn="1"/>
        </p:nvGraphicFramePr>
        <p:xfrm>
          <a:off x="346231" y="2710831"/>
          <a:ext cx="11488504" cy="28726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Заголовок 6"/>
          <p:cNvSpPr>
            <a:spLocks noGrp="1"/>
          </p:cNvSpPr>
          <p:nvPr>
            <p:ph type="title" hasCustomPrompt="1"/>
          </p:nvPr>
        </p:nvSpPr>
        <p:spPr bwMode="auto">
          <a:xfrm>
            <a:off x="2123902" y="136526"/>
            <a:ext cx="9229898" cy="36512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Тема слайда</a:t>
            </a:r>
            <a:endParaRPr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57188" y="1130300"/>
            <a:ext cx="11477626" cy="1580531"/>
          </a:xfrm>
        </p:spPr>
        <p:txBody>
          <a:bodyPr/>
          <a:lstStyle>
            <a:lvl2pPr marL="508000" indent="-419100">
              <a:buNone/>
              <a:defRPr/>
            </a:lvl2pPr>
          </a:lstStyle>
          <a:p>
            <a:pPr lvl="1">
              <a:defRPr/>
            </a:pPr>
            <a:r>
              <a:rPr lang="ru-RU"/>
              <a:t>Текст </a:t>
            </a:r>
            <a:r>
              <a:rPr lang="ru-RU"/>
              <a:t>текст</a:t>
            </a:r>
            <a:r>
              <a:rPr lang="ru-RU"/>
              <a:t> </a:t>
            </a:r>
            <a:r>
              <a:rPr lang="ru-RU"/>
              <a:t>текст</a:t>
            </a:r>
            <a:r>
              <a:rPr lang="ru-RU"/>
              <a:t> 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987424"/>
            <a:ext cx="3932237" cy="1069975"/>
          </a:xfrm>
          <a:prstGeom prst="rect">
            <a:avLst/>
          </a:prstGeom>
        </p:spPr>
        <p:txBody>
          <a:bodyPr anchor="b"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8FBA86F-3969-424E-BF66-1900EAFA6A8E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59E9C92-888A-4702-9F01-76222400F383}" type="slidenum">
              <a:rPr lang="ru-RU"/>
              <a:t/>
            </a:fld>
            <a:endParaRPr lang="ru-RU"/>
          </a:p>
        </p:txBody>
      </p:sp>
      <p:sp>
        <p:nvSpPr>
          <p:cNvPr id="8" name="Заголовок 6"/>
          <p:cNvSpPr txBox="1"/>
          <p:nvPr userDrawn="1"/>
        </p:nvSpPr>
        <p:spPr bwMode="auto">
          <a:xfrm>
            <a:off x="2123902" y="136526"/>
            <a:ext cx="9229898" cy="365126"/>
          </a:xfrm>
          <a:prstGeom prst="rect">
            <a:avLst/>
          </a:prstGeom>
        </p:spPr>
        <p:txBody>
          <a:bodyPr/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  <a:latin typeface="Moscow University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Тема слайда</a:t>
            </a:r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46229" y="3602038"/>
            <a:ext cx="11488505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 sz="2400">
                <a:solidFill>
                  <a:schemeClr val="bg1"/>
                </a:solidFill>
                <a:latin typeface="Moscow University"/>
              </a:rPr>
              <a:t>Текст </a:t>
            </a:r>
            <a:r>
              <a:rPr lang="ru-RU" sz="2400">
                <a:solidFill>
                  <a:schemeClr val="bg1"/>
                </a:solidFill>
                <a:latin typeface="Moscow University"/>
              </a:rPr>
              <a:t>текст</a:t>
            </a:r>
            <a:r>
              <a:rPr lang="ru-RU" sz="2400">
                <a:solidFill>
                  <a:schemeClr val="bg1"/>
                </a:solidFill>
                <a:latin typeface="Moscow University"/>
              </a:rPr>
              <a:t> </a:t>
            </a:r>
            <a:r>
              <a:rPr lang="ru-RU" sz="2400">
                <a:solidFill>
                  <a:schemeClr val="bg1"/>
                </a:solidFill>
                <a:latin typeface="Moscow University"/>
              </a:rPr>
              <a:t>текст</a:t>
            </a:r>
            <a:r>
              <a:rPr lang="ru-RU" sz="2400">
                <a:solidFill>
                  <a:schemeClr val="bg1"/>
                </a:solidFill>
                <a:latin typeface="Moscow University"/>
              </a:rPr>
              <a:t> </a:t>
            </a:r>
            <a:r>
              <a:rPr lang="ru-RU" sz="2400">
                <a:solidFill>
                  <a:schemeClr val="bg1"/>
                </a:solidFill>
                <a:latin typeface="Moscow University"/>
              </a:rPr>
              <a:t>текст</a:t>
            </a:r>
            <a:r>
              <a:rPr lang="ru-RU" sz="2400">
                <a:solidFill>
                  <a:schemeClr val="bg1"/>
                </a:solidFill>
                <a:latin typeface="Moscow University"/>
              </a:rPr>
              <a:t> </a:t>
            </a:r>
            <a:r>
              <a:rPr lang="ru-RU" sz="2400">
                <a:solidFill>
                  <a:schemeClr val="bg1"/>
                </a:solidFill>
                <a:latin typeface="Moscow University"/>
              </a:rPr>
              <a:t>текст</a:t>
            </a:r>
            <a:r>
              <a:rPr lang="ru-RU" sz="2400">
                <a:solidFill>
                  <a:schemeClr val="bg1"/>
                </a:solidFill>
                <a:latin typeface="Moscow University"/>
              </a:rPr>
              <a:t> </a:t>
            </a:r>
            <a:r>
              <a:rPr lang="ru-RU" sz="2400">
                <a:solidFill>
                  <a:schemeClr val="bg1"/>
                </a:solidFill>
                <a:latin typeface="Moscow University"/>
              </a:rPr>
              <a:t>текст</a:t>
            </a:r>
            <a:r>
              <a:rPr lang="ru-RU" sz="2400">
                <a:solidFill>
                  <a:schemeClr val="bg1"/>
                </a:solidFill>
                <a:latin typeface="Moscow University"/>
              </a:rPr>
              <a:t> текст </a:t>
            </a:r>
            <a:r>
              <a:rPr lang="ru-RU" sz="2400">
                <a:solidFill>
                  <a:schemeClr val="bg1"/>
                </a:solidFill>
                <a:latin typeface="Moscow University"/>
              </a:rPr>
              <a:t>текст</a:t>
            </a:r>
            <a:r>
              <a:rPr lang="ru-RU" sz="2400">
                <a:solidFill>
                  <a:schemeClr val="bg1"/>
                </a:solidFill>
                <a:latin typeface="Moscow University"/>
              </a:rPr>
              <a:t> </a:t>
            </a:r>
            <a:r>
              <a:rPr lang="ru-RU" sz="2400">
                <a:solidFill>
                  <a:schemeClr val="bg1"/>
                </a:solidFill>
                <a:latin typeface="Moscow University"/>
              </a:rPr>
              <a:t>текст</a:t>
            </a:r>
            <a:r>
              <a:rPr lang="ru-RU" sz="2400">
                <a:solidFill>
                  <a:schemeClr val="bg1"/>
                </a:solidFill>
                <a:latin typeface="Moscow University"/>
              </a:rPr>
              <a:t> текст </a:t>
            </a:r>
            <a:r>
              <a:rPr lang="ru-RU" sz="2400">
                <a:solidFill>
                  <a:schemeClr val="bg1"/>
                </a:solidFill>
                <a:latin typeface="Moscow University"/>
              </a:rPr>
              <a:t>текст</a:t>
            </a:r>
            <a:r>
              <a:rPr lang="ru-RU" sz="2400">
                <a:solidFill>
                  <a:schemeClr val="bg1"/>
                </a:solidFill>
                <a:latin typeface="Moscow University"/>
              </a:rPr>
              <a:t> текст 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9674595-3129-4639-A4F2-F4DFF4C2111C}" type="datetimeFigureOut">
              <a:rPr lang="ru-RU"/>
              <a:t/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398209D-F494-474A-BCDA-899ED940DD55}" type="slidenum">
              <a:rPr lang="ru-RU"/>
              <a:t/>
            </a:fld>
            <a:endParaRPr lang="ru-RU"/>
          </a:p>
        </p:txBody>
      </p:sp>
      <p:sp>
        <p:nvSpPr>
          <p:cNvPr id="7" name="Заголовок 1"/>
          <p:cNvSpPr txBox="1"/>
          <p:nvPr userDrawn="1"/>
        </p:nvSpPr>
        <p:spPr bwMode="auto">
          <a:xfrm>
            <a:off x="1885603" y="22228"/>
            <a:ext cx="10515600" cy="576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  <a:latin typeface="Moscow University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Тема слайда</a:t>
            </a:r>
            <a:endParaRPr/>
          </a:p>
        </p:txBody>
      </p:sp>
      <p:sp>
        <p:nvSpPr>
          <p:cNvPr id="9" name="Прямоугольник с одним вырезанным углом 2"/>
          <p:cNvSpPr/>
          <p:nvPr userDrawn="1"/>
        </p:nvSpPr>
        <p:spPr bwMode="auto">
          <a:xfrm>
            <a:off x="346230" y="1128079"/>
            <a:ext cx="3613226" cy="1844983"/>
          </a:xfrm>
          <a:prstGeom prst="snip1Rect">
            <a:avLst>
              <a:gd name="adj" fmla="val 16667"/>
            </a:avLst>
          </a:prstGeom>
          <a:ln w="57150">
            <a:solidFill>
              <a:srgbClr val="7F5C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ru-RU" sz="1600">
              <a:solidFill>
                <a:srgbClr val="0B0026"/>
              </a:solidFill>
            </a:endParaRPr>
          </a:p>
        </p:txBody>
      </p:sp>
      <p:sp>
        <p:nvSpPr>
          <p:cNvPr id="11" name="Прямоугольник с одним вырезанным углом 12"/>
          <p:cNvSpPr/>
          <p:nvPr userDrawn="1"/>
        </p:nvSpPr>
        <p:spPr bwMode="auto">
          <a:xfrm>
            <a:off x="4292410" y="1128078"/>
            <a:ext cx="3613226" cy="1844983"/>
          </a:xfrm>
          <a:prstGeom prst="snip1Rect">
            <a:avLst>
              <a:gd name="adj" fmla="val 16667"/>
            </a:avLst>
          </a:prstGeom>
          <a:ln w="57150">
            <a:solidFill>
              <a:srgbClr val="7F5C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ru-RU" sz="1600">
              <a:solidFill>
                <a:srgbClr val="0B0026"/>
              </a:solidFill>
            </a:endParaRPr>
          </a:p>
        </p:txBody>
      </p:sp>
      <p:sp>
        <p:nvSpPr>
          <p:cNvPr id="13" name="Прямоугольник с одним вырезанным углом 13"/>
          <p:cNvSpPr/>
          <p:nvPr userDrawn="1"/>
        </p:nvSpPr>
        <p:spPr bwMode="auto">
          <a:xfrm>
            <a:off x="8221509" y="1128078"/>
            <a:ext cx="3613226" cy="1844983"/>
          </a:xfrm>
          <a:prstGeom prst="snip1Rect">
            <a:avLst>
              <a:gd name="adj" fmla="val 16667"/>
            </a:avLst>
          </a:prstGeom>
          <a:ln w="57150">
            <a:solidFill>
              <a:srgbClr val="7F5C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ru-RU" sz="1600">
              <a:solidFill>
                <a:srgbClr val="0B0026"/>
              </a:solidFill>
            </a:endParaRPr>
          </a:p>
        </p:txBody>
      </p:sp>
      <p:sp>
        <p:nvSpPr>
          <p:cNvPr id="22" name="Текст 21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46230" y="1269077"/>
            <a:ext cx="3613226" cy="1703984"/>
          </a:xfrm>
          <a:prstGeom prst="rect">
            <a:avLst/>
          </a:prstGeom>
        </p:spPr>
        <p:txBody>
          <a:bodyPr/>
          <a:lstStyle>
            <a:lvl4pPr marL="177800" indent="-88900">
              <a:buNone/>
              <a:defRPr sz="1600"/>
            </a:lvl4pPr>
            <a:lvl5pPr marL="177800" indent="-88900">
              <a:buNone/>
              <a:defRPr sz="1600"/>
            </a:lvl5pPr>
          </a:lstStyle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3" name="Текст 2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339110" y="1269077"/>
            <a:ext cx="3613226" cy="1703984"/>
          </a:xfrm>
          <a:prstGeom prst="rect">
            <a:avLst/>
          </a:prstGeom>
        </p:spPr>
        <p:txBody>
          <a:bodyPr/>
          <a:lstStyle>
            <a:lvl4pPr marL="177800" indent="-88900">
              <a:buNone/>
              <a:defRPr sz="1600"/>
            </a:lvl4pPr>
            <a:lvl5pPr marL="177800" indent="-88900">
              <a:buNone/>
              <a:defRPr sz="1600"/>
            </a:lvl5pPr>
          </a:lstStyle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4" name="Текст 21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8268209" y="1248263"/>
            <a:ext cx="3613226" cy="1703984"/>
          </a:xfrm>
          <a:prstGeom prst="rect">
            <a:avLst/>
          </a:prstGeom>
        </p:spPr>
        <p:txBody>
          <a:bodyPr/>
          <a:lstStyle>
            <a:lvl4pPr marL="177800" indent="-88900">
              <a:buNone/>
              <a:defRPr sz="1600"/>
            </a:lvl4pPr>
            <a:lvl5pPr marL="177800" indent="-88900">
              <a:buNone/>
              <a:defRPr sz="1600"/>
            </a:lvl5pPr>
          </a:lstStyle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Тема слайда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9674595-3129-4639-A4F2-F4DFF4C2111C}" type="datetimeFigureOut">
              <a:rPr lang="ru-RU"/>
              <a:t/>
            </a:fld>
            <a:endParaRPr lang="ru-RU">
              <a:latin typeface="Moscow University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7398209D-F494-474A-BCDA-899ED940DD55}" type="slidenum">
              <a:rPr lang="ru-RU"/>
              <a:t/>
            </a:fld>
            <a:endParaRPr lang="ru-RU">
              <a:latin typeface="Moscow University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 marL="0" indent="0">
              <a:defRPr/>
            </a:lvl1pPr>
          </a:lstStyle>
          <a:p>
            <a:pPr>
              <a:defRPr/>
            </a:pPr>
            <a:r>
              <a:rPr lang="ru-RU"/>
              <a:t>Тема слайда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16060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9674595-3129-4639-A4F2-F4DFF4C2111C}" type="datetimeFigureOut">
              <a:rPr lang="ru-RU"/>
              <a:t/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398209D-F494-474A-BCDA-899ED940DD5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9674595-3129-4639-A4F2-F4DFF4C2111C}" type="datetimeFigureOut">
              <a:rPr lang="ru-RU"/>
              <a:t/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398209D-F494-474A-BCDA-899ED940DD5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Тема слайда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1" y="1265900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  <a:lvl2pPr>
              <a:defRPr sz="1800">
                <a:solidFill>
                  <a:schemeClr val="bg1"/>
                </a:solidFill>
                <a:latin typeface="+mn-lt"/>
              </a:defRPr>
            </a:lvl2pPr>
            <a:lvl3pPr>
              <a:defRPr sz="1600">
                <a:solidFill>
                  <a:schemeClr val="bg1"/>
                </a:solidFill>
                <a:latin typeface="+mn-lt"/>
              </a:defRPr>
            </a:lvl3pPr>
            <a:lvl4pPr>
              <a:defRPr sz="1600">
                <a:solidFill>
                  <a:schemeClr val="bg1"/>
                </a:solidFill>
                <a:latin typeface="+mn-lt"/>
              </a:defRPr>
            </a:lvl4pPr>
            <a:lvl5pPr>
              <a:defRPr sz="1600">
                <a:solidFill>
                  <a:schemeClr val="bg1"/>
                </a:solidFill>
                <a:latin typeface="+mn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265900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9674595-3129-4639-A4F2-F4DFF4C2111C}" type="datetimeFigureOut">
              <a:rPr lang="ru-RU"/>
              <a:t/>
            </a:fld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398209D-F494-474A-BCDA-899ED940DD5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Тема слайда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9674595-3129-4639-A4F2-F4DFF4C2111C}" type="datetimeFigureOut">
              <a:rPr lang="ru-RU"/>
              <a:t/>
            </a:fld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398209D-F494-474A-BCDA-899ED940DD55}" type="slidenum">
              <a:rPr lang="ru-RU"/>
              <a:t/>
            </a:fld>
            <a:endParaRPr lang="ru-RU"/>
          </a:p>
        </p:txBody>
      </p:sp>
      <p:sp>
        <p:nvSpPr>
          <p:cNvPr id="18" name="Рисунок 17"/>
          <p:cNvSpPr>
            <a:spLocks noGrp="1"/>
          </p:cNvSpPr>
          <p:nvPr>
            <p:ph type="pic" sz="quarter" idx="13"/>
          </p:nvPr>
        </p:nvSpPr>
        <p:spPr bwMode="auto">
          <a:xfrm>
            <a:off x="838198" y="3707476"/>
            <a:ext cx="3102034" cy="237189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" name="Рисунок 17"/>
          <p:cNvSpPr>
            <a:spLocks noGrp="1"/>
          </p:cNvSpPr>
          <p:nvPr>
            <p:ph type="pic" sz="quarter" idx="14"/>
          </p:nvPr>
        </p:nvSpPr>
        <p:spPr bwMode="auto">
          <a:xfrm>
            <a:off x="4544982" y="3707474"/>
            <a:ext cx="3102034" cy="237189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" name="Рисунок 17"/>
          <p:cNvSpPr>
            <a:spLocks noGrp="1"/>
          </p:cNvSpPr>
          <p:nvPr>
            <p:ph type="pic" sz="quarter" idx="15"/>
          </p:nvPr>
        </p:nvSpPr>
        <p:spPr bwMode="auto">
          <a:xfrm>
            <a:off x="8251769" y="3707474"/>
            <a:ext cx="3102034" cy="237189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838198" y="1063626"/>
            <a:ext cx="10515601" cy="576246"/>
          </a:xfrm>
          <a:prstGeom prst="rect">
            <a:avLst/>
          </a:prstGeom>
        </p:spPr>
        <p:txBody>
          <a:bodyPr/>
          <a:lstStyle>
            <a:lvl4pPr marL="228600" indent="-228600">
              <a:buNone/>
              <a:defRPr>
                <a:solidFill>
                  <a:schemeClr val="bg1"/>
                </a:solidFill>
                <a:latin typeface="Moscow University"/>
              </a:defRPr>
            </a:lvl4pPr>
            <a:lvl5pPr>
              <a:buNone/>
              <a:defRPr>
                <a:solidFill>
                  <a:schemeClr val="bg1"/>
                </a:solidFill>
                <a:latin typeface="Moscow University"/>
              </a:defRPr>
            </a:lvl5pPr>
          </a:lstStyle>
          <a:p>
            <a:pPr lvl="3">
              <a:defRPr/>
            </a:pPr>
            <a:r>
              <a:rPr lang="ru-RU"/>
              <a:t>Текст </a:t>
            </a:r>
            <a:r>
              <a:rPr lang="ru-RU"/>
              <a:t>текст</a:t>
            </a:r>
            <a:r>
              <a:rPr lang="ru-RU"/>
              <a:t> </a:t>
            </a:r>
            <a:endParaRPr/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38198" y="1862050"/>
            <a:ext cx="10515601" cy="16736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3pPr>
              <a:buNone/>
              <a:defRPr/>
            </a:lvl3pPr>
          </a:lstStyle>
          <a:p>
            <a:pPr marL="342900" indent="-342900">
              <a:lnSpc>
                <a:spcPct val="150000"/>
              </a:lnSpc>
              <a:buSzPct val="250000"/>
              <a:buBlip>
                <a:blip r:embed="rId2"/>
              </a:buBlip>
              <a:defRPr/>
            </a:pPr>
            <a:r>
              <a:rPr lang="ru-RU" sz="1800">
                <a:solidFill>
                  <a:schemeClr val="bg1"/>
                </a:solidFill>
                <a:latin typeface="Moscow University"/>
              </a:rPr>
              <a:t>Текст </a:t>
            </a:r>
            <a:r>
              <a:rPr lang="ru-RU" sz="1800">
                <a:solidFill>
                  <a:schemeClr val="bg1"/>
                </a:solidFill>
                <a:latin typeface="Moscow University"/>
              </a:rPr>
              <a:t>текст</a:t>
            </a:r>
            <a:r>
              <a:rPr lang="ru-RU" sz="1800">
                <a:solidFill>
                  <a:schemeClr val="bg1"/>
                </a:solidFill>
                <a:latin typeface="Moscow University"/>
              </a:rPr>
              <a:t> </a:t>
            </a:r>
            <a:r>
              <a:rPr lang="ru-RU" sz="1800">
                <a:solidFill>
                  <a:schemeClr val="bg1"/>
                </a:solidFill>
                <a:latin typeface="Moscow University"/>
              </a:rPr>
              <a:t>текст</a:t>
            </a:r>
            <a:r>
              <a:rPr lang="ru-RU" sz="1800">
                <a:solidFill>
                  <a:schemeClr val="bg1"/>
                </a:solidFill>
                <a:latin typeface="Moscow University"/>
              </a:rPr>
              <a:t> </a:t>
            </a:r>
            <a:r>
              <a:rPr lang="ru-RU" sz="1800">
                <a:solidFill>
                  <a:schemeClr val="bg1"/>
                </a:solidFill>
                <a:latin typeface="Moscow University"/>
              </a:rPr>
              <a:t>текст</a:t>
            </a:r>
            <a:r>
              <a:rPr lang="ru-RU" sz="1800">
                <a:solidFill>
                  <a:schemeClr val="bg1"/>
                </a:solidFill>
                <a:latin typeface="Moscow University"/>
              </a:rPr>
              <a:t> </a:t>
            </a:r>
            <a:r>
              <a:rPr lang="ru-RU" sz="1800">
                <a:solidFill>
                  <a:schemeClr val="bg1"/>
                </a:solidFill>
                <a:latin typeface="Moscow University"/>
              </a:rPr>
              <a:t>текст</a:t>
            </a:r>
            <a:r>
              <a:rPr lang="ru-RU" sz="1800">
                <a:solidFill>
                  <a:schemeClr val="bg1"/>
                </a:solidFill>
                <a:latin typeface="Moscow University"/>
              </a:rPr>
              <a:t> </a:t>
            </a:r>
            <a:r>
              <a:rPr lang="ru-RU" sz="1800">
                <a:solidFill>
                  <a:schemeClr val="bg1"/>
                </a:solidFill>
                <a:latin typeface="Moscow University"/>
              </a:rPr>
              <a:t>текст</a:t>
            </a:r>
            <a:r>
              <a:rPr lang="ru-RU" sz="1800">
                <a:solidFill>
                  <a:schemeClr val="bg1"/>
                </a:solidFill>
                <a:latin typeface="Moscow University"/>
              </a:rPr>
              <a:t> </a:t>
            </a:r>
            <a:r>
              <a:rPr lang="ru-RU" sz="1800">
                <a:solidFill>
                  <a:schemeClr val="bg1"/>
                </a:solidFill>
                <a:latin typeface="Moscow University"/>
              </a:rPr>
              <a:t>текст</a:t>
            </a:r>
            <a:r>
              <a:rPr lang="ru-RU" sz="1800">
                <a:solidFill>
                  <a:schemeClr val="bg1"/>
                </a:solidFill>
                <a:latin typeface="Moscow University"/>
              </a:rPr>
              <a:t> </a:t>
            </a:r>
            <a:r>
              <a:rPr lang="ru-RU" sz="1800">
                <a:solidFill>
                  <a:schemeClr val="bg1"/>
                </a:solidFill>
                <a:latin typeface="Moscow University"/>
              </a:rPr>
              <a:t>текст</a:t>
            </a:r>
            <a:r>
              <a:rPr lang="ru-RU" sz="1800">
                <a:solidFill>
                  <a:schemeClr val="bg1"/>
                </a:solidFill>
                <a:latin typeface="Moscow University"/>
              </a:rPr>
              <a:t> </a:t>
            </a:r>
            <a:r>
              <a:rPr lang="ru-RU" sz="1800">
                <a:solidFill>
                  <a:schemeClr val="bg1"/>
                </a:solidFill>
                <a:latin typeface="Moscow University"/>
              </a:rPr>
              <a:t>текст</a:t>
            </a:r>
            <a:r>
              <a:rPr lang="ru-RU" sz="1800">
                <a:solidFill>
                  <a:schemeClr val="bg1"/>
                </a:solidFill>
                <a:latin typeface="Moscow University"/>
              </a:rPr>
              <a:t> </a:t>
            </a:r>
            <a:r>
              <a:rPr lang="ru-RU" sz="1800">
                <a:solidFill>
                  <a:schemeClr val="bg1"/>
                </a:solidFill>
                <a:latin typeface="Moscow University"/>
              </a:rPr>
              <a:t>текст</a:t>
            </a:r>
            <a:r>
              <a:rPr lang="ru-RU" sz="1800">
                <a:solidFill>
                  <a:schemeClr val="bg1"/>
                </a:solidFill>
                <a:latin typeface="Moscow University"/>
              </a:rPr>
              <a:t> </a:t>
            </a:r>
            <a:r>
              <a:rPr lang="ru-RU" sz="1800">
                <a:solidFill>
                  <a:schemeClr val="bg1"/>
                </a:solidFill>
                <a:latin typeface="Moscow University"/>
              </a:rPr>
              <a:t>текст</a:t>
            </a:r>
            <a:r>
              <a:rPr lang="ru-RU" sz="1800">
                <a:solidFill>
                  <a:schemeClr val="bg1"/>
                </a:solidFill>
                <a:latin typeface="Moscow University"/>
              </a:rPr>
              <a:t> </a:t>
            </a:r>
            <a:r>
              <a:rPr lang="ru-RU" sz="1800">
                <a:solidFill>
                  <a:schemeClr val="bg1"/>
                </a:solidFill>
                <a:latin typeface="Moscow University"/>
              </a:rPr>
              <a:t>текст</a:t>
            </a:r>
            <a:endParaRPr lang="en-US" sz="1800">
              <a:solidFill>
                <a:schemeClr val="bg1"/>
              </a:solidFill>
              <a:latin typeface="Moscow University"/>
            </a:endParaRPr>
          </a:p>
          <a:p>
            <a:pPr marL="342900" indent="-342900">
              <a:lnSpc>
                <a:spcPct val="150000"/>
              </a:lnSpc>
              <a:buSzPct val="250000"/>
              <a:buBlip>
                <a:blip r:embed="rId2"/>
              </a:buBlip>
              <a:defRPr/>
            </a:pPr>
            <a:r>
              <a:rPr lang="ru-RU" sz="1800">
                <a:solidFill>
                  <a:schemeClr val="bg1"/>
                </a:solidFill>
                <a:latin typeface="Moscow University"/>
              </a:rPr>
              <a:t>Текст </a:t>
            </a:r>
            <a:r>
              <a:rPr lang="ru-RU" sz="1800">
                <a:solidFill>
                  <a:schemeClr val="bg1"/>
                </a:solidFill>
                <a:latin typeface="Moscow University"/>
              </a:rPr>
              <a:t>текст</a:t>
            </a:r>
            <a:r>
              <a:rPr lang="ru-RU" sz="1800">
                <a:solidFill>
                  <a:schemeClr val="bg1"/>
                </a:solidFill>
                <a:latin typeface="Moscow University"/>
              </a:rPr>
              <a:t> </a:t>
            </a:r>
            <a:r>
              <a:rPr lang="ru-RU" sz="1800">
                <a:solidFill>
                  <a:schemeClr val="bg1"/>
                </a:solidFill>
                <a:latin typeface="Moscow University"/>
              </a:rPr>
              <a:t>текст</a:t>
            </a:r>
            <a:r>
              <a:rPr lang="ru-RU" sz="1800">
                <a:solidFill>
                  <a:schemeClr val="bg1"/>
                </a:solidFill>
                <a:latin typeface="Moscow University"/>
              </a:rPr>
              <a:t> </a:t>
            </a:r>
            <a:r>
              <a:rPr lang="ru-RU" sz="1800">
                <a:solidFill>
                  <a:schemeClr val="bg1"/>
                </a:solidFill>
                <a:latin typeface="Moscow University"/>
              </a:rPr>
              <a:t>текст</a:t>
            </a:r>
            <a:r>
              <a:rPr lang="ru-RU" sz="1800">
                <a:solidFill>
                  <a:schemeClr val="bg1"/>
                </a:solidFill>
                <a:latin typeface="Moscow University"/>
              </a:rPr>
              <a:t> </a:t>
            </a:r>
            <a:r>
              <a:rPr lang="ru-RU" sz="1800">
                <a:solidFill>
                  <a:schemeClr val="bg1"/>
                </a:solidFill>
                <a:latin typeface="Moscow University"/>
              </a:rPr>
              <a:t>текст</a:t>
            </a:r>
            <a:r>
              <a:rPr lang="ru-RU" sz="1800">
                <a:solidFill>
                  <a:schemeClr val="bg1"/>
                </a:solidFill>
                <a:latin typeface="Moscow University"/>
              </a:rPr>
              <a:t> </a:t>
            </a:r>
            <a:r>
              <a:rPr lang="ru-RU" sz="1800">
                <a:solidFill>
                  <a:schemeClr val="bg1"/>
                </a:solidFill>
                <a:latin typeface="Moscow University"/>
              </a:rPr>
              <a:t>текст</a:t>
            </a:r>
            <a:r>
              <a:rPr lang="ru-RU" sz="1800">
                <a:solidFill>
                  <a:schemeClr val="bg1"/>
                </a:solidFill>
                <a:latin typeface="Moscow University"/>
              </a:rPr>
              <a:t> </a:t>
            </a:r>
            <a:r>
              <a:rPr lang="ru-RU" sz="1800">
                <a:solidFill>
                  <a:schemeClr val="bg1"/>
                </a:solidFill>
                <a:latin typeface="Moscow University"/>
              </a:rPr>
              <a:t>текст</a:t>
            </a:r>
            <a:r>
              <a:rPr lang="ru-RU" sz="1800">
                <a:solidFill>
                  <a:schemeClr val="bg1"/>
                </a:solidFill>
                <a:latin typeface="Moscow University"/>
              </a:rPr>
              <a:t> </a:t>
            </a:r>
            <a:endParaRPr/>
          </a:p>
          <a:p>
            <a:pPr marL="342900" indent="-342900">
              <a:lnSpc>
                <a:spcPct val="150000"/>
              </a:lnSpc>
              <a:buSzPct val="250000"/>
              <a:buBlip>
                <a:blip r:embed="rId2"/>
              </a:buBlip>
              <a:defRPr/>
            </a:pPr>
            <a:r>
              <a:rPr lang="ru-RU" sz="1800">
                <a:solidFill>
                  <a:schemeClr val="bg1"/>
                </a:solidFill>
                <a:latin typeface="Moscow University"/>
              </a:rPr>
              <a:t>Текст </a:t>
            </a:r>
            <a:endParaRPr lang="en-US" sz="1800">
              <a:solidFill>
                <a:schemeClr val="bg1"/>
              </a:solidFill>
              <a:latin typeface="Moscow University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9674595-3129-4639-A4F2-F4DFF4C2111C}" type="datetimeFigureOut">
              <a:rPr lang="ru-RU"/>
              <a:t/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398209D-F494-474A-BCDA-899ED940DD55}" type="slidenum">
              <a:rPr lang="ru-RU"/>
              <a:t/>
            </a:fld>
            <a:endParaRPr lang="ru-RU"/>
          </a:p>
        </p:txBody>
      </p:sp>
      <p:graphicFrame>
        <p:nvGraphicFramePr>
          <p:cNvPr id="9" name="Схема 8"/>
          <p:cNvGraphicFramePr>
            <a:graphicFrameLocks xmlns:a="http://schemas.openxmlformats.org/drawingml/2006/main"/>
          </p:cNvGraphicFramePr>
          <p:nvPr userDrawn="1"/>
        </p:nvGraphicFramePr>
        <p:xfrm>
          <a:off x="140950" y="1065403"/>
          <a:ext cx="5528330" cy="4964095"/>
          <a:chOff x="0" y="0"/>
          <a:chExt cx="5528330" cy="49640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5" r:qs="rId6" r:cs="rId4"/>
          </a:graphicData>
        </a:graphic>
      </p:graphicFrame>
      <p:sp>
        <p:nvSpPr>
          <p:cNvPr id="10" name="Заголовок 1"/>
          <p:cNvSpPr>
            <a:spLocks noGrp="1"/>
          </p:cNvSpPr>
          <p:nvPr>
            <p:ph type="title"/>
          </p:nvPr>
        </p:nvSpPr>
        <p:spPr bwMode="auto">
          <a:xfrm>
            <a:off x="1885603" y="22228"/>
            <a:ext cx="10515600" cy="576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Тема слайда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6145213" y="1279525"/>
            <a:ext cx="5208587" cy="44958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ru-RU"/>
              <a:t>Текст </a:t>
            </a:r>
            <a:r>
              <a:rPr lang="ru-RU"/>
              <a:t>текст</a:t>
            </a:r>
            <a:r>
              <a:rPr lang="ru-RU"/>
              <a:t> 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987425"/>
            <a:ext cx="3932237" cy="4881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9674595-3129-4639-A4F2-F4DFF4C2111C}" type="datetimeFigureOut">
              <a:rPr lang="ru-RU"/>
              <a:t/>
            </a:fld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398209D-F494-474A-BCDA-899ED940DD55}" type="slidenum">
              <a:rPr lang="ru-RU"/>
              <a:t/>
            </a:fld>
            <a:endParaRPr lang="ru-RU"/>
          </a:p>
        </p:txBody>
      </p:sp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Тема слайда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987424"/>
            <a:ext cx="3932237" cy="1069975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9674595-3129-4639-A4F2-F4DFF4C2111C}" type="datetimeFigureOut">
              <a:rPr lang="ru-RU"/>
              <a:t/>
            </a:fld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398209D-F494-474A-BCDA-899ED940DD55}" type="slidenum">
              <a:rPr lang="ru-RU"/>
              <a:t/>
            </a:fld>
            <a:endParaRPr lang="ru-RU"/>
          </a:p>
        </p:txBody>
      </p:sp>
      <p:sp>
        <p:nvSpPr>
          <p:cNvPr id="8" name="Заголовок 1"/>
          <p:cNvSpPr txBox="1"/>
          <p:nvPr userDrawn="1"/>
        </p:nvSpPr>
        <p:spPr bwMode="auto">
          <a:xfrm>
            <a:off x="1885603" y="22228"/>
            <a:ext cx="10515600" cy="576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  <a:latin typeface="Moscow University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Тема слайда</a:t>
            </a:r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5157886" y="156203"/>
            <a:ext cx="1876227" cy="1868129"/>
          </a:xfrm>
          <a:prstGeom prst="rect">
            <a:avLst/>
          </a:prstGeom>
        </p:spPr>
      </p:pic>
      <p:sp>
        <p:nvSpPr>
          <p:cNvPr id="23" name="Заголовок 1"/>
          <p:cNvSpPr txBox="1"/>
          <p:nvPr userDrawn="1"/>
        </p:nvSpPr>
        <p:spPr bwMode="auto">
          <a:xfrm>
            <a:off x="3071180" y="2737352"/>
            <a:ext cx="2150269" cy="5376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1400" b="1">
                <a:solidFill>
                  <a:schemeClr val="bg1"/>
                </a:solidFill>
                <a:latin typeface="Moscow University"/>
              </a:rPr>
              <a:t>ТЕЛЕГРАМ-КАНАЛ </a:t>
            </a:r>
            <a:br>
              <a:rPr lang="ru-RU" sz="1400" b="1">
                <a:solidFill>
                  <a:schemeClr val="bg1"/>
                </a:solidFill>
                <a:latin typeface="Moscow University"/>
              </a:rPr>
            </a:br>
            <a:r>
              <a:rPr lang="ru-RU" sz="1400" b="1">
                <a:solidFill>
                  <a:schemeClr val="bg1"/>
                </a:solidFill>
                <a:latin typeface="Moscow University"/>
              </a:rPr>
              <a:t>ФАКУЛЬТЕТА</a:t>
            </a:r>
            <a:endParaRPr/>
          </a:p>
        </p:txBody>
      </p:sp>
      <p:sp>
        <p:nvSpPr>
          <p:cNvPr id="25" name="Заголовок 1"/>
          <p:cNvSpPr txBox="1"/>
          <p:nvPr userDrawn="1"/>
        </p:nvSpPr>
        <p:spPr bwMode="auto">
          <a:xfrm>
            <a:off x="5072620" y="2737352"/>
            <a:ext cx="2150269" cy="5376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>
              <a:lnSpc>
                <a:spcPct val="90000"/>
              </a:lnSpc>
              <a:spcBef>
                <a:spcPts val="0"/>
              </a:spcBef>
              <a:buNone/>
              <a:defRPr sz="3300">
                <a:solidFill>
                  <a:schemeClr val="tx1"/>
                </a:solidFill>
                <a:latin typeface="Moscow University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1400" b="1">
                <a:solidFill>
                  <a:schemeClr val="bg1"/>
                </a:solidFill>
                <a:latin typeface="Moscow University"/>
              </a:rPr>
              <a:t>СООБЩЕСТВО </a:t>
            </a:r>
            <a:endParaRPr/>
          </a:p>
          <a:p>
            <a:pPr algn="ctr">
              <a:defRPr/>
            </a:pPr>
            <a:r>
              <a:rPr lang="ru-RU" sz="1400" b="1">
                <a:solidFill>
                  <a:schemeClr val="bg1"/>
                </a:solidFill>
                <a:latin typeface="Moscow University"/>
              </a:rPr>
              <a:t>В ВК</a:t>
            </a:r>
            <a:endParaRPr/>
          </a:p>
        </p:txBody>
      </p:sp>
      <p:sp>
        <p:nvSpPr>
          <p:cNvPr id="27" name="Заголовок 1"/>
          <p:cNvSpPr txBox="1"/>
          <p:nvPr userDrawn="1"/>
        </p:nvSpPr>
        <p:spPr bwMode="auto">
          <a:xfrm>
            <a:off x="7074067" y="2737352"/>
            <a:ext cx="2150269" cy="5376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>
              <a:lnSpc>
                <a:spcPct val="90000"/>
              </a:lnSpc>
              <a:spcBef>
                <a:spcPts val="0"/>
              </a:spcBef>
              <a:buNone/>
              <a:defRPr sz="3300">
                <a:solidFill>
                  <a:schemeClr val="tx1"/>
                </a:solidFill>
                <a:latin typeface="Moscow University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1400" b="1">
                <a:solidFill>
                  <a:schemeClr val="bg1"/>
                </a:solidFill>
                <a:latin typeface="Moscow University"/>
              </a:rPr>
              <a:t>САЙТ </a:t>
            </a:r>
            <a:br>
              <a:rPr lang="ru-RU" sz="1400" b="1">
                <a:solidFill>
                  <a:schemeClr val="bg1"/>
                </a:solidFill>
                <a:latin typeface="Moscow University"/>
              </a:rPr>
            </a:br>
            <a:r>
              <a:rPr lang="ru-RU" sz="1400" b="1">
                <a:solidFill>
                  <a:schemeClr val="bg1"/>
                </a:solidFill>
                <a:latin typeface="Moscow University"/>
              </a:rPr>
              <a:t>ФАКУЛЬТЕТА</a:t>
            </a:r>
            <a:endParaRPr/>
          </a:p>
        </p:txBody>
      </p:sp>
      <p:pic>
        <p:nvPicPr>
          <p:cNvPr id="29" name="Рисунок 28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7384967" y="3307410"/>
            <a:ext cx="1528466" cy="1528466"/>
          </a:xfrm>
          <a:prstGeom prst="rect">
            <a:avLst/>
          </a:prstGeom>
        </p:spPr>
      </p:pic>
      <p:pic>
        <p:nvPicPr>
          <p:cNvPr id="31" name="Рисунок 30"/>
          <p:cNvPicPr>
            <a:picLocks noChangeAspect="1"/>
          </p:cNvPicPr>
          <p:nvPr userDrawn="1"/>
        </p:nvPicPr>
        <p:blipFill>
          <a:blip r:embed="rId4">
            <a:grayscl/>
          </a:blip>
          <a:srcRect l="14245" t="6271" r="14245" b="22220"/>
          <a:stretch/>
        </p:blipFill>
        <p:spPr bwMode="auto">
          <a:xfrm>
            <a:off x="3382077" y="3307410"/>
            <a:ext cx="1528466" cy="1528466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 userDrawn="1"/>
        </p:nvPicPr>
        <p:blipFill>
          <a:blip r:embed="rId5">
            <a:grayscl/>
          </a:blip>
          <a:srcRect l="22287" t="50000" r="22483" b="25283"/>
          <a:stretch/>
        </p:blipFill>
        <p:spPr bwMode="auto">
          <a:xfrm>
            <a:off x="5361212" y="3307410"/>
            <a:ext cx="1573086" cy="1529898"/>
          </a:xfrm>
          <a:prstGeom prst="rect">
            <a:avLst/>
          </a:prstGeom>
        </p:spPr>
      </p:pic>
      <p:sp>
        <p:nvSpPr>
          <p:cNvPr id="35" name="Заголовок 1"/>
          <p:cNvSpPr txBox="1"/>
          <p:nvPr userDrawn="1"/>
        </p:nvSpPr>
        <p:spPr bwMode="auto">
          <a:xfrm>
            <a:off x="2705991" y="5195871"/>
            <a:ext cx="2150269" cy="5376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1600">
                <a:solidFill>
                  <a:schemeClr val="bg1"/>
                </a:solidFill>
                <a:latin typeface="Moscow University"/>
              </a:rPr>
              <a:t>https://t.me/ai_msu</a:t>
            </a:r>
            <a:endParaRPr lang="ru-RU" sz="1600" b="1">
              <a:solidFill>
                <a:schemeClr val="bg1"/>
              </a:solidFill>
              <a:latin typeface="Moscow University"/>
            </a:endParaRPr>
          </a:p>
        </p:txBody>
      </p:sp>
      <p:sp>
        <p:nvSpPr>
          <p:cNvPr id="41" name="Заголовок 1"/>
          <p:cNvSpPr txBox="1"/>
          <p:nvPr userDrawn="1"/>
        </p:nvSpPr>
        <p:spPr bwMode="auto">
          <a:xfrm>
            <a:off x="4883846" y="5195870"/>
            <a:ext cx="2424309" cy="5376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1600">
                <a:solidFill>
                  <a:schemeClr val="bg1"/>
                </a:solidFill>
                <a:latin typeface="Moscow University"/>
              </a:rPr>
              <a:t>https://vk.com/ai_msu</a:t>
            </a:r>
            <a:endParaRPr lang="ru-RU" sz="1600" b="1">
              <a:solidFill>
                <a:schemeClr val="bg1"/>
              </a:solidFill>
              <a:latin typeface="Moscow University"/>
            </a:endParaRPr>
          </a:p>
        </p:txBody>
      </p:sp>
      <p:sp>
        <p:nvSpPr>
          <p:cNvPr id="43" name="Заголовок 1"/>
          <p:cNvSpPr txBox="1"/>
          <p:nvPr userDrawn="1"/>
        </p:nvSpPr>
        <p:spPr bwMode="auto">
          <a:xfrm>
            <a:off x="7335740" y="5195870"/>
            <a:ext cx="2502954" cy="5376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1600">
                <a:solidFill>
                  <a:schemeClr val="bg1"/>
                </a:solidFill>
                <a:latin typeface="Moscow University"/>
              </a:rPr>
              <a:t>https://www.ai.msu.ru/</a:t>
            </a:r>
            <a:endParaRPr lang="ru-RU" sz="1600" b="1">
              <a:solidFill>
                <a:schemeClr val="bg1"/>
              </a:solidFill>
              <a:latin typeface="Moscow University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8051" y="2687147"/>
            <a:ext cx="11493731" cy="1325563"/>
          </a:xfrm>
          <a:prstGeom prst="rect">
            <a:avLst/>
          </a:prstGeom>
        </p:spPr>
        <p:txBody>
          <a:bodyPr/>
          <a:lstStyle>
            <a:lvl1pPr algn="ctr">
              <a:defRPr sz="4150">
                <a:solidFill>
                  <a:schemeClr val="bg1"/>
                </a:solidFill>
                <a:latin typeface="Moscow University"/>
              </a:defRPr>
            </a:lvl1pPr>
          </a:lstStyle>
          <a:p>
            <a:pPr>
              <a:defRPr/>
            </a:pPr>
            <a:r>
              <a:rPr lang="ru-RU"/>
              <a:t>Спасибо!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Relationship Id="rId10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11" Type="http://schemas.openxmlformats.org/officeDocument/2006/relationships/image" Target="../media/image3.png"/><Relationship Id="rId12" Type="http://schemas.openxmlformats.org/officeDocument/2006/relationships/image" Target="../media/image4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theme" Target="../theme/theme3.xml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Pr shadeToTitle="0">
        <a:blipFill>
          <a:blip r:embed="rId9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378230" y="1274618"/>
            <a:ext cx="11270672" cy="4328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  <a:p>
            <a:pPr lvl="4">
              <a:defRPr/>
            </a:pPr>
            <a:endParaRPr lang="ru-RU"/>
          </a:p>
          <a:p>
            <a:pPr marL="342900" indent="-342900">
              <a:lnSpc>
                <a:spcPct val="150000"/>
              </a:lnSpc>
              <a:buSzPct val="200000"/>
              <a:buBlip>
                <a:blip r:embed="rId10"/>
              </a:buBlip>
              <a:defRPr/>
            </a:pPr>
            <a:r>
              <a:rPr lang="ru-RU" sz="1600">
                <a:solidFill>
                  <a:srgbClr val="0B0026"/>
                </a:solidFill>
                <a:latin typeface="Moscow University"/>
              </a:rPr>
              <a:t>Текст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endParaRPr/>
          </a:p>
          <a:p>
            <a:pPr marL="342900" indent="-342900">
              <a:lnSpc>
                <a:spcPct val="150000"/>
              </a:lnSpc>
              <a:buSzPct val="200000"/>
              <a:buBlip>
                <a:blip r:embed="rId10"/>
              </a:buBlip>
              <a:defRPr/>
            </a:pPr>
            <a:r>
              <a:rPr lang="ru-RU" sz="1600">
                <a:solidFill>
                  <a:srgbClr val="0B0026"/>
                </a:solidFill>
                <a:latin typeface="Moscow University"/>
              </a:rPr>
              <a:t>Текст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текст</a:t>
            </a:r>
            <a:r>
              <a:rPr lang="ru-RU" sz="1600">
                <a:solidFill>
                  <a:srgbClr val="0B0026"/>
                </a:solidFill>
                <a:latin typeface="Moscow University"/>
              </a:rPr>
              <a:t> </a:t>
            </a:r>
            <a:endParaRPr/>
          </a:p>
          <a:p>
            <a:pPr marL="342900" indent="-342900">
              <a:lnSpc>
                <a:spcPct val="150000"/>
              </a:lnSpc>
              <a:buSzPct val="200000"/>
              <a:buBlip>
                <a:blip r:embed="rId10"/>
              </a:buBlip>
              <a:defRPr/>
            </a:pPr>
            <a:r>
              <a:rPr lang="ru-RU" sz="1600">
                <a:solidFill>
                  <a:srgbClr val="0B0026"/>
                </a:solidFill>
                <a:latin typeface="Moscow University"/>
              </a:rPr>
              <a:t>Текст </a:t>
            </a:r>
            <a:endParaRPr/>
          </a:p>
          <a:p>
            <a:pPr lvl="4">
              <a:defRPr/>
            </a:pP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7823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Moscow University"/>
              </a:defRPr>
            </a:lvl1pPr>
          </a:lstStyle>
          <a:p>
            <a:pPr>
              <a:defRPr/>
            </a:pPr>
            <a:fld id="{78FBA86F-3969-424E-BF66-1900EAFA6A8E}" type="datetimeFigureOut">
              <a:rPr lang="ru-RU"/>
              <a:t/>
            </a:fld>
            <a:endParaRPr lang="ru-RU">
              <a:latin typeface="Moscow University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oscow University"/>
              </a:defRPr>
            </a:lvl1pPr>
          </a:lstStyle>
          <a:p>
            <a:pPr>
              <a:defRPr/>
            </a:pPr>
            <a:fld id="{A59E9C92-888A-4702-9F01-76222400F383}" type="slidenum">
              <a:rPr lang="ru-RU"/>
              <a:t/>
            </a:fld>
            <a:endParaRPr lang="ru-RU">
              <a:latin typeface="Moscow University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2400">
          <a:solidFill>
            <a:schemeClr val="bg1"/>
          </a:solidFill>
          <a:latin typeface="Moscow University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>
          <a:solidFill>
            <a:schemeClr val="tx1"/>
          </a:solidFill>
          <a:latin typeface="Moscow University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Moscow University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>
          <a:solidFill>
            <a:schemeClr val="tx1"/>
          </a:solidFill>
          <a:latin typeface="Moscow University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>
          <a:solidFill>
            <a:schemeClr val="tx1"/>
          </a:solidFill>
          <a:latin typeface="Moscow University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>
          <a:solidFill>
            <a:schemeClr val="tx1"/>
          </a:solidFill>
          <a:latin typeface="Moscow University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Pr shadeToTitle="0">
        <a:blipFill>
          <a:blip r:embed="rId11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885603" y="22228"/>
            <a:ext cx="10515600" cy="576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Тема слайда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Moscow University"/>
              </a:defRPr>
            </a:lvl1pPr>
          </a:lstStyle>
          <a:p>
            <a:pPr>
              <a:defRPr/>
            </a:pPr>
            <a:fld id="{B9674595-3129-4639-A4F2-F4DFF4C2111C}" type="datetimeFigureOut">
              <a:rPr lang="ru-RU"/>
              <a:t/>
            </a:fld>
            <a:endParaRPr lang="ru-RU">
              <a:latin typeface="Moscow University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oscow University"/>
              </a:defRPr>
            </a:lvl1pPr>
          </a:lstStyle>
          <a:p>
            <a:pPr>
              <a:defRPr/>
            </a:pPr>
            <a:fld id="{7398209D-F494-474A-BCDA-899ED940DD55}" type="slidenum">
              <a:rPr lang="ru-RU"/>
              <a:t/>
            </a:fld>
            <a:endParaRPr lang="ru-RU">
              <a:latin typeface="Moscow University"/>
            </a:endParaRPr>
          </a:p>
        </p:txBody>
      </p:sp>
      <p:cxnSp>
        <p:nvCxnSpPr>
          <p:cNvPr id="7" name="Прямая соединительная линия 6"/>
          <p:cNvCxnSpPr>
            <a:cxnSpLocks/>
          </p:cNvCxnSpPr>
          <p:nvPr userDrawn="1"/>
        </p:nvCxnSpPr>
        <p:spPr bwMode="auto">
          <a:xfrm>
            <a:off x="0" y="613088"/>
            <a:ext cx="12280739" cy="37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12"/>
          <a:stretch/>
        </p:blipFill>
        <p:spPr bwMode="auto">
          <a:xfrm>
            <a:off x="180289" y="97309"/>
            <a:ext cx="1315822" cy="42608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2400">
          <a:solidFill>
            <a:schemeClr val="bg1"/>
          </a:solidFill>
          <a:latin typeface="Moscow University"/>
          <a:ea typeface="+mj-ea"/>
          <a:cs typeface="+mj-cs"/>
        </a:defRPr>
      </a:lvl1pPr>
    </p:titleStyle>
    <p:bodyStyle>
      <a:lvl1pPr marL="0" indent="0" algn="l" defTabSz="914400">
        <a:lnSpc>
          <a:spcPct val="90000"/>
        </a:lnSpc>
        <a:spcBef>
          <a:spcPts val="1000"/>
        </a:spcBef>
        <a:buFont typeface="Arial"/>
        <a:buNone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Pr shadeToTitle="0">
        <a:blipFill>
          <a:blip r:embed="rId4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Подзаголовок 2"/>
          <p:cNvSpPr txBox="1"/>
          <p:nvPr userDrawn="1"/>
        </p:nvSpPr>
        <p:spPr bwMode="auto">
          <a:xfrm>
            <a:off x="346229" y="3602038"/>
            <a:ext cx="11488505" cy="1655762"/>
          </a:xfrm>
          <a:prstGeom prst="rect">
            <a:avLst/>
          </a:prstGeom>
        </p:spPr>
        <p:txBody>
          <a:bodyPr/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>
              <a:latin typeface="Moscow University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2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3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3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3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3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3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3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3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5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5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5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5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5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5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5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5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6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6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62.png"/><Relationship Id="rId4" Type="http://schemas.openxmlformats.org/officeDocument/2006/relationships/image" Target="../media/image6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6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6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66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6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68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69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70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7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7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7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74.png"/><Relationship Id="rId4" Type="http://schemas.openxmlformats.org/officeDocument/2006/relationships/image" Target="../media/image75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76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77.png"/><Relationship Id="rId4" Type="http://schemas.openxmlformats.org/officeDocument/2006/relationships/image" Target="../media/image78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8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82.png"/><Relationship Id="rId4" Type="http://schemas.openxmlformats.org/officeDocument/2006/relationships/image" Target="../media/image8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84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85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86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87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88.png"/><Relationship Id="rId4" Type="http://schemas.openxmlformats.org/officeDocument/2006/relationships/image" Target="../media/image89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90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9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9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95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25146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4000" b="1">
                <a:solidFill>
                  <a:srgbClr val="1D00C3"/>
                </a:solidFill>
                <a:latin typeface="Arial"/>
              </a:rPr>
              <a:t>3D компьютерное зрение и графика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7033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200" b="1">
                <a:solidFill>
                  <a:srgbClr val="1D00C3"/>
                </a:solidFill>
                <a:latin typeface="Arial"/>
              </a:rPr>
              <a:t>Лекция 4. Двухвидовая геометрия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532120"/>
            <a:ext cx="10058400" cy="242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1D00C3"/>
                </a:solidFill>
                <a:latin typeface="Arial"/>
              </a:rPr>
              <a:t>Жемчужников Дмитрий Сергеевич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Что умеет одна камера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Калиброванная камера: пиксель — это луч, по известным точкам — поза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позу находит PnP, ошибочные пары «точка сцены — пиксель» отсеивает RANSAC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потом позу уточняют по ошибке репроекции, как на семинаре 3; этот приём вернётся в конце лекции</a:t>
            </a:r>
          </a:p>
        </p:txBody>
      </p:sp>
      <p:pic>
        <p:nvPicPr>
          <p:cNvPr id="7" name="Picture 6" descr="one_camera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71521"/>
            <a:ext cx="11091672" cy="33091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Что меняется: сцены нет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Сцены нет: есть только два снимка и пары точек — соответствия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точки одного луча первой камеры попадают в один пиксель, а на втором снимке ложатся на прямую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вопрос лекции: что можно узнать о сцене и о движении камеры по двум снимкам и соответствиям</a:t>
            </a:r>
          </a:p>
        </p:txBody>
      </p:sp>
      <p:pic>
        <p:nvPicPr>
          <p:cNvPr id="7" name="Picture 6" descr="ray_second_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307931"/>
            <a:ext cx="11091672" cy="32362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Что будет к концу лекции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Из двух снимков и пар точек получаются позы камер и облако точек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оранжевые точки — одни и те же пары на обоих снимках и в облаке; зелёное — точки детали и пола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ни сцена, ни поза второй камеры заранее не известны: всё получено из двух снимков и пар точек</a:t>
            </a:r>
          </a:p>
        </p:txBody>
      </p:sp>
      <p:pic>
        <p:nvPicPr>
          <p:cNvPr id="7" name="Picture 6" descr="pair_result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1071"/>
            <a:ext cx="11091672" cy="35700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Шаг в сторону</a:t>
            </a:r>
          </a:p>
        </p:txBody>
      </p:sp>
      <p:pic>
        <p:nvPicPr>
          <p:cNvPr id="4" name="Picture 3" descr="head_sh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829" y="173736"/>
            <a:ext cx="1846650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Камера шагнула в сторону: близкое сдвигается сильно, далёкое — слабо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сдвиг зависит от глубины, а не от места в кадре: две точки стены на 3,6 м сдвинулись одинаково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вдвое дальше — вдвое меньше сдвиг; зная шаг камеры, по сдвигу можно найти глубину</a:t>
            </a:r>
          </a:p>
        </p:txBody>
      </p:sp>
      <p:pic>
        <p:nvPicPr>
          <p:cNvPr id="8" name="Picture 7" descr="parallax_arrows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70599"/>
            <a:ext cx="11091672" cy="3910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Сдвиг против обратной глубины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Сдвиг пропорционален обратной глубине: все точки на одной прямой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восемь точек легли на одну прямую через ноль; бесконечно далёкая точка не сдвигается вовсе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всё далёкое сжато у нуля: там сдвиги малы, и небольшая ошибка сдвига сильно меняет глубину</a:t>
            </a:r>
          </a:p>
        </p:txBody>
      </p:sp>
      <p:pic>
        <p:nvPicPr>
          <p:cNvPr id="7" name="Picture 6" descr="parallax_inverse_depth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59848"/>
            <a:ext cx="11091672" cy="39324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Поворот на месте глубины не даёт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Поворот сдвигает близкое и далёкое одинаково; глубину даёт только шаг камеры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при повороте сдвиг зависит только от места в кадре; при шаге близкая точка уходит дальше далёкой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если камера только повернулась, глубины нет вовсе; так склеивают панорамы (конец лекции)</a:t>
            </a:r>
          </a:p>
        </p:txBody>
      </p:sp>
      <p:pic>
        <p:nvPicPr>
          <p:cNvPr id="7" name="Picture 6" descr="rotation_vs_translation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60358"/>
            <a:ext cx="11091672" cy="39314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Неизвестны и сцена, и движение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Точки нужны, чтобы найти движение, а движение — чтобы найти точки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известны только пиксели — линии графа; позы камер и точки сцены предстоит найти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решают по частям: сначала движение по парам точек — соответствиям, потом сами точки</a:t>
            </a:r>
          </a:p>
        </p:txBody>
      </p:sp>
      <p:pic>
        <p:nvPicPr>
          <p:cNvPr id="7" name="Picture 6" descr="sfm_graph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07284"/>
            <a:ext cx="11091672" cy="36375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Сколько точек нужно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Пяти точек хватает: каждая даёт на одно наблюдение больше, чем неизвестных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движение — 5 чисел; точка вносит 3 неизвестных и даёт 4 наблюдения, по 2 на каждом снимке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без K нужно семь точек, с третьим снимком хватает четырёх; решатели на пять и семь пар — дальше в лекции</a:t>
            </a:r>
          </a:p>
        </p:txBody>
      </p:sp>
      <p:pic>
        <p:nvPicPr>
          <p:cNvPr id="7" name="Picture 6" descr="min_points_vs_views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42250"/>
            <a:ext cx="11091672" cy="37676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Что нельзя восстановить в принципе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Сдвиг, поворот и масштаб всей сцены вместе с камерами снимки не меняют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по снимкам не найти, где пара стоит в мире, как она повёрнута и какого она размера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поэтому начало координат ставят в первую камеру, а длину базы берут за единицу; метры приходят извне</a:t>
            </a:r>
          </a:p>
        </p:txBody>
      </p:sp>
      <p:pic>
        <p:nvPicPr>
          <p:cNvPr id="7" name="Picture 6" descr="gauge_similarity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49" y="914400"/>
            <a:ext cx="10463253" cy="402335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Карта лекции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Лекция отвечает на четыре вопроса о паре снимков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вопросы идут по порядку: каждый следующий опирается на ответ предыдущего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в конце — что остаётся без K и как те же шаги пройдут на семинаре 4</a:t>
            </a:r>
          </a:p>
        </p:txBody>
      </p:sp>
      <p:pic>
        <p:nvPicPr>
          <p:cNvPr id="7" name="Picture 6" descr="chapter_map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61237"/>
            <a:ext cx="11091672" cy="31296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Луч становится прямой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Точка снимка 1 — это луч; на снимке 2 этот луч виден как прямая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точки одного луча на разной глубине попадают в один пиксель снимка 1 и ложатся на одну прямую снимка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пара точек — соответствие; вторую точку пары ищут на этой прямой — ответ на первый вопрос лекции</a:t>
            </a:r>
          </a:p>
        </p:txBody>
      </p:sp>
      <p:pic>
        <p:nvPicPr>
          <p:cNvPr id="7" name="Picture 6" descr="three_rays_to_lines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91725"/>
            <a:ext cx="11091672" cy="386870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Поиск из двумерного становится одномерным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Пару ищут не по всему кадру, а в узкой полосе вдоль прямой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полоса шириной 4 px вдоль прямой в 128 раз меньше кадра; вдоль полосы остаётся один параметр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прямую строят по положению камер, а его находят по грубым парам, сопоставленным по дескрипторам (лекция 5)</a:t>
            </a:r>
          </a:p>
        </p:txBody>
      </p:sp>
      <p:pic>
        <p:nvPicPr>
          <p:cNvPr id="7" name="Picture 6" descr="search_band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102226"/>
            <a:ext cx="11091672" cy="364770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База и пучок плоскостей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Каждая плоскость через базу режет оба снимка по паре прямых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база — отрезок между центрами камер; плоскости через неё — эпиполярные, их следы — эпиполярные прямые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плоскость выбирает уже точка снимка 1, без глубины; поэтому прямую на снимке 2 строят до поиска пары</a:t>
            </a:r>
          </a:p>
        </p:txBody>
      </p:sp>
      <p:pic>
        <p:nvPicPr>
          <p:cNvPr id="7" name="Picture 6" descr="plane_pencil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121" y="914400"/>
            <a:ext cx="10252709" cy="402335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Эпиполь: где видна другая камера</a:t>
            </a:r>
          </a:p>
        </p:txBody>
      </p:sp>
      <p:pic>
        <p:nvPicPr>
          <p:cNvPr id="4" name="Picture 3" descr="head_epip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812" y="173736"/>
            <a:ext cx="1094667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Все эпиполярные прямые снимка проходят через эпиполь — образ другой камеры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пять точек снимка 1 дают пять прямых на снимке 2; за краем кадра прямые сходятся в одной точке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эпиполь зависит только от положения камер, не от сцены; он бывает и за кадром</a:t>
            </a:r>
          </a:p>
        </p:txBody>
      </p:sp>
      <p:pic>
        <p:nvPicPr>
          <p:cNvPr id="8" name="Picture 7" descr="lines_through_epipole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164582"/>
            <a:ext cx="11091672" cy="352299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Прямая упорядочена по глубине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Место пары на прямой задаёт глубину точки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камера 2 видит точки луча камеры 1 по порядку: от эпиполя, где сама камера 1, до точки схода луча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найти пару на прямой — значит узнать глубину; у далёких точек шаг на пиксель сильно меняет глубину</a:t>
            </a:r>
          </a:p>
        </p:txBody>
      </p:sp>
      <p:pic>
        <p:nvPicPr>
          <p:cNvPr id="7" name="Picture 6" descr="epiline_depths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30173"/>
            <a:ext cx="11091672" cy="379181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Сходящиеся камеры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Камеры смотрят на предмет с двух сторон: эпиполи за краями кадров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продолженные прямые сходятся: на снимке 1 справа, где камера 2; на снимке 2 слева, где камера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эпиполь показывает, куда сдвинулась камера, даже когда её нет в кадре</a:t>
            </a:r>
          </a:p>
        </p:txBody>
      </p:sp>
      <p:pic>
        <p:nvPicPr>
          <p:cNvPr id="7" name="Picture 6" descr="converging_pair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11127"/>
            <a:ext cx="11091672" cy="34299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Стереопара: прямые — строки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Сдвиг вбок без поворота: эпиполь в бесконечности, прямые — строки кадра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каждая пара лежит на той же строке, что и точка снимка 1; сдвиг идёт только вдоль строки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поиск пары сводится к просмотру одной строки; к такому виду пару приводят нарочно — ректификацией</a:t>
            </a:r>
          </a:p>
        </p:txBody>
      </p:sp>
      <p:pic>
        <p:nvPicPr>
          <p:cNvPr id="7" name="Picture 6" descr="stereo_rows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38221"/>
            <a:ext cx="11091672" cy="39757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Движение вперёд: фокус расширения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Камера едет вперёд: эпиполь в кадре, точки разбегаются из него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прямые расходятся лучами из одной точки; сдвиги идут вдоль них, у самого эпиполя сдвига почти нет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там, куда едет камера, глубина определяется хуже всего: снимки там почти не различаются</a:t>
            </a:r>
          </a:p>
        </p:txBody>
      </p:sp>
      <p:pic>
        <p:nvPicPr>
          <p:cNvPr id="7" name="Picture 6" descr="forward_foe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76096"/>
            <a:ext cx="11091672" cy="36999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Три случая рядом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По тому, где эпиполь, видно, как двигалась камера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камеры смотрят на предмет — эпиполь обычно за кадром; сдвиг вбок — прямые по строкам; вперёд — эпиполь в кадре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ни один случай не вырожден: база есть, и движение камеры восстанавливается</a:t>
            </a:r>
          </a:p>
        </p:txBody>
      </p:sp>
      <p:pic>
        <p:nvPicPr>
          <p:cNvPr id="7" name="Picture 6" descr="three_cases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49101"/>
            <a:ext cx="11091672" cy="395395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Геометрия проверяет соответствия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Пара далеко от своей прямой — ложная: так отсеивают ошибки сопоставления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из десяти пар три ложные: две ушли от своих прямых и отброшены, третья сдвинута вдоль прямой и прошла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порог ставят в пикселях; проверка ловит грубые ошибки, но хорошего сопоставления не заменяет</a:t>
            </a:r>
          </a:p>
        </p:txBody>
      </p:sp>
      <p:pic>
        <p:nvPicPr>
          <p:cNvPr id="7" name="Picture 6" descr="outlier_off_line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34662"/>
            <a:ext cx="11091672" cy="358283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От пикселей к лучам</a:t>
            </a:r>
          </a:p>
        </p:txBody>
      </p:sp>
      <p:pic>
        <p:nvPicPr>
          <p:cNvPr id="4" name="Picture 3" descr="head_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5561" y="173736"/>
            <a:ext cx="1315918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Сначала снимают дисторсию, потом через K переходят от пикселя к лучу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если дисторсию не снять, луч уходит в сторону; после K ни фокуса, ни главной точки в задаче нет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модель дисторсии и K — с семинара 3; на семинаре 4 это готовый вход, дальше работают с лучами</a:t>
            </a:r>
          </a:p>
        </p:txBody>
      </p:sp>
      <p:pic>
        <p:nvPicPr>
          <p:cNvPr id="8" name="Picture 7" descr="normalized_coords_chain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72433"/>
            <a:ext cx="11091672" cy="390729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Три вектора в одной плоскости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Оба луча и база лежат в одной плоскости — эпиполярной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база и два луча к одной точке сцены замыкают треугольник, а треугольник всегда плоский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дальше запишем это уравнением: в нём останутся только лучи и движение второй камеры</a:t>
            </a:r>
          </a:p>
        </p:txBody>
      </p:sp>
      <p:pic>
        <p:nvPicPr>
          <p:cNvPr id="7" name="Picture 6" descr="coplanarity_triangle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89805"/>
            <a:ext cx="11091672" cy="367254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Векторы в осях второй камеры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Чтобы сложить векторы, луч камеры 1 поворачивают в оси камеры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база и повёрнутый луч камеры 1 в сумме дают луч камеры 2: треугольник замкнут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все три вектора теперь в одних осях, и можно записать условие, что они в одной плоскости</a:t>
            </a:r>
          </a:p>
        </p:txBody>
      </p:sp>
      <p:pic>
        <p:nvPicPr>
          <p:cNvPr id="7" name="Picture 6" descr="coplanarity_sum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54090"/>
            <a:ext cx="11091672" cy="394397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Смешанное произведение равно нулю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Луч камеры 2 перпендикулярен нормали к плоскости базы и луча камеры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нормаль — векторное произведение базы и луча камеры 1: она перпендикулярна им обоим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три вектора лежат в одной плоскости тогда и только тогда, когда смешанное произведение равно нулю</a:t>
            </a:r>
          </a:p>
        </p:txBody>
      </p:sp>
      <p:pic>
        <p:nvPicPr>
          <p:cNvPr id="7" name="Picture 6" descr="coplanarity_normal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54090"/>
            <a:ext cx="11091672" cy="394397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Глубины сокращаются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Глубины выносятся множителем и сокращаются: условие остаётся только на лучи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точка на луче — это глубина, умноженная на луч; глубина — число и выносится вперёд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ни глубин, ни координат точки в условии нет: его проверяют по двум лучам и движению камеры</a:t>
            </a:r>
          </a:p>
        </p:txBody>
      </p:sp>
      <p:pic>
        <p:nvPicPr>
          <p:cNvPr id="7" name="Picture 6" descr="depths_cancel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54090"/>
            <a:ext cx="11091672" cy="394397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Существенная матрица</a:t>
            </a:r>
          </a:p>
        </p:txBody>
      </p:sp>
      <p:pic>
        <p:nvPicPr>
          <p:cNvPr id="4" name="Picture 3" descr="head_e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105" y="173736"/>
            <a:ext cx="1259374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Векторное произведение — это матрица; поза сворачивается в одну матрицу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E собрана из поворота и сдвига второй камеры относительно первой; от точек она не зависит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каждое соответствие даёт одно уравнение на E, а матрица одна на всю пару снимков</a:t>
            </a:r>
          </a:p>
        </p:txBody>
      </p:sp>
      <p:pic>
        <p:nvPicPr>
          <p:cNvPr id="8" name="Picture 7" descr="essential_from_cross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54090"/>
            <a:ext cx="11091672" cy="394397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Что уравнение не проверяет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Уравнение проверяет плоскость: ни сторону луча, ни место на прямой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продолжение луча за камерой лежит в той же плоскости; ложную пару вдоль прямой уравнение тоже пропустит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отсюда четыре кандидата движения и выбор по знаку глубины; RANSAC отсеет пары мимо прямой, но не вдоль неё</a:t>
            </a:r>
          </a:p>
        </p:txBody>
      </p:sp>
      <p:pic>
        <p:nvPicPr>
          <p:cNvPr id="7" name="Picture 6" descr="constraint_sign_line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54090"/>
            <a:ext cx="11091672" cy="394397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Что хранит E: пять чисел</a:t>
            </a:r>
          </a:p>
        </p:txBody>
      </p:sp>
      <p:pic>
        <p:nvPicPr>
          <p:cNvPr id="4" name="Picture 3" descr="head_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9660" y="173736"/>
            <a:ext cx="1541819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В E — поворот и направление сдвига, пять чисел; длины сдвига в ней нет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девять клеток матрицы связаны между собой: свободных среди них только пять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поэтому E находят уже по пяти соответствиям, а масштаб берут извне</a:t>
            </a:r>
          </a:p>
        </p:txBody>
      </p:sp>
      <p:pic>
        <p:nvPicPr>
          <p:cNvPr id="8" name="Picture 7" descr="five_numbers_nine_cells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78765"/>
            <a:ext cx="11091672" cy="389462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Без K: фундаментальная матрица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F — та же связь, записанная прямо в пикселях: семь чисел, K не нужна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по F так же строят эпиполярные прямые и отбраковывают ложные пары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углов и отношений длин без K не получить: по одной F сцена выходит искажённой (конец лекции)</a:t>
            </a:r>
          </a:p>
        </p:txBody>
      </p:sp>
      <p:pic>
        <p:nvPicPr>
          <p:cNvPr id="7" name="Picture 6" descr="f_from_e_square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54090"/>
            <a:ext cx="11091672" cy="394397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Как F связана с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F — это E, к которой с двух сторон добавлен переход от пикселей к лучам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справа множитель переводит пиксель снимка 1 в луч, слева — то же для снимка 2; между ними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зная K, из F получают E, а из неё движение камеры — так идут на семинаре 4</a:t>
            </a:r>
          </a:p>
        </p:txBody>
      </p:sp>
      <p:pic>
        <p:nvPicPr>
          <p:cNvPr id="7" name="Picture 6" descr="f_from_e_formula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99328"/>
            <a:ext cx="11091672" cy="385350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E или F: какую матрицу брать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Известна K — берут E; неизвестна — остаётся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у E пять чисел и пять пар на гипотезу; у F семь чисел и семь пар, а линейным способом — восемь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из E получается движение без масштаба; из F — только прямые и сцена с проективным искажением</a:t>
            </a:r>
          </a:p>
        </p:txBody>
      </p:sp>
      <p:pic>
        <p:nvPicPr>
          <p:cNvPr id="7" name="Picture 6" descr="e_or_f_choice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29662"/>
            <a:ext cx="11091672" cy="399283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Линейно или нет: 8, 7 и 5 пар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Линейно хватает системы уравнений; меньше пар — нужно ещё условие на матрицу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каждая пара — одно уравнение на девять чисел матрицы; с точностью до множителя неизвестных восемь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условие на матрицу нелинейное: пар нужно меньше, но решение не одно, и кандидатов проверяют все</a:t>
            </a:r>
          </a:p>
        </p:txBody>
      </p:sp>
      <p:pic>
        <p:nvPicPr>
          <p:cNvPr id="7" name="Picture 6" descr="linear_vs_minimal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93" y="914400"/>
            <a:ext cx="11061164" cy="402335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Каждая пара — одна строка</a:t>
            </a:r>
          </a:p>
        </p:txBody>
      </p:sp>
      <p:pic>
        <p:nvPicPr>
          <p:cNvPr id="4" name="Picture 3" descr="head_ro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7185" y="173736"/>
            <a:ext cx="1474294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Одно соответствие — одна строка; восемь строк дают матрицу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строка — одно уравнение на девять чисел матрицы; так же был устроен DLT в лекции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если учесть устройство матрицы, пар нужно меньше: семь для F и пять для E при известной K</a:t>
            </a:r>
          </a:p>
        </p:txBody>
      </p:sp>
      <p:pic>
        <p:nvPicPr>
          <p:cNvPr id="8" name="Picture 7" descr="one_row_per_match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271" y="914400"/>
            <a:ext cx="11046409" cy="402335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Нормировка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Координаты приводят к одному масштабу — и прямые встают на место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в пикселях в строке рядом стоят единица и произведения координат: числа очень разного порядка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тот же приём был в DLT лекции 3; для восьмиточечного алгоритма он обязателен</a:t>
            </a:r>
          </a:p>
        </p:txBody>
      </p:sp>
      <p:pic>
        <p:nvPicPr>
          <p:cNvPr id="7" name="Picture 6" descr="epilines_norm_vs_raw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433" y="914400"/>
            <a:ext cx="9278084" cy="402335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Эпиполи бывают далеко за кадром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Эпиполь — образ центра другой камеры; у рабочей пары он далеко за кадром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в кадре шесть прямых почти параллельны, но их продолжения сходятся в одной точке справа от снимка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так обычно при съёмке предмета с двух сторон; в кадр эпиполь попадает, только если камера снимает вдоль базы</a:t>
            </a:r>
          </a:p>
        </p:txBody>
      </p:sp>
      <p:pic>
        <p:nvPicPr>
          <p:cNvPr id="7" name="Picture 6" descr="epipoles_outside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29662"/>
            <a:ext cx="11091672" cy="399283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Поправка: прямые должны сойтись в эпиполе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Линейное решение теряет общую точку прямых, поправка её возвращает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все эпиполярные плоскости содержат базу, поэтому все прямые проходят через образ другой камеры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поправка — ближайшая матрица, у которой все прямые проходят через одну точку; точности она не добавляет</a:t>
            </a:r>
          </a:p>
        </p:txBody>
      </p:sp>
      <p:pic>
        <p:nvPicPr>
          <p:cNvPr id="7" name="Picture 6" descr="rank2_concur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54505"/>
            <a:ext cx="11091672" cy="394314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Ложные пары и МНК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Несколько ложных пар уводят все прямые, поэтому нужен RANSAC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слева матрица по всем парам, 10 % из них ложные: прямые сходятся в кадре; RANSAC совпал с эталоном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хватает и одной ложной пары; испорченный ответ выглядит правдоподобно: прямые есть, эпиполь есть</a:t>
            </a:r>
          </a:p>
        </p:txBody>
      </p:sp>
      <p:pic>
        <p:nvPicPr>
          <p:cNvPr id="7" name="Picture 6" descr="one_bad_match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56132"/>
            <a:ext cx="11091672" cy="353989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RANSAC: напоминание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Много случайных выборок; побеждает матрица, с которой согласно больше пар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выборка с ложной парой даёт неверную матрицу — с ней согласны немногие; с чистой — почти все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на одну выборку решатель может дать несколько матриц — проверяют каждую</a:t>
            </a:r>
          </a:p>
        </p:txBody>
      </p:sp>
      <p:pic>
        <p:nvPicPr>
          <p:cNvPr id="7" name="Picture 6" descr="ransac_loop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54090"/>
            <a:ext cx="11091672" cy="394397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Мера промаха — расстояние до прямой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Промах пары меряют в пикселях: от точки до её эпиполярной прямой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точка снимка 1 задаёт прямую на снимке 2; на целом кадре промаха не видно, в увеличенном куске — пунктир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пара ближе порога согласна с матрицей, дальше — нет; так RANSAC считает голоса за гипотезу</a:t>
            </a:r>
          </a:p>
        </p:txBody>
      </p:sp>
      <p:pic>
        <p:nvPicPr>
          <p:cNvPr id="7" name="Picture 6" descr="four_measures_geometry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920712"/>
            <a:ext cx="11091672" cy="401073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Сколько выборок нужно</a:t>
            </a:r>
          </a:p>
        </p:txBody>
      </p:sp>
      <p:pic>
        <p:nvPicPr>
          <p:cNvPr id="4" name="Picture 3" descr="head_rans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3600" y="173736"/>
            <a:ext cx="2907879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Чем меньше выборка, тем меньше проходов цикла нужно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при половине верных пар пятиточечному нужно 146 итераций, восьмиточечному — 1177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порог задают в пикселях; при известной K берут пятиточечный решатель: он сразу даёт E</a:t>
            </a:r>
          </a:p>
        </p:txBody>
      </p:sp>
      <p:pic>
        <p:nvPicPr>
          <p:cNvPr id="8" name="Picture 7" descr="ransac_iters_l4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516" y="914400"/>
            <a:ext cx="9703918" cy="402335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RANSAC отделяет верные пары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Итог на рабочей паре: верные пары лежат на своих прямых, ложные отброшены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у красных пар точка далеко от своей прямой, пунктир — промах; зелёные легли на прямые и остаются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на практике это cv2.findEssentialMat; улучшенные схемы USAC и MAGSAC++ есть в OpenCV</a:t>
            </a:r>
          </a:p>
        </p:txBody>
      </p:sp>
      <p:pic>
        <p:nvPicPr>
          <p:cNvPr id="7" name="Picture 6" descr="geometric_verification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075404"/>
            <a:ext cx="11091672" cy="370135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Четыре кандидата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E задаёт движение с точностью до четырёх вариантов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знак сдвига даёт два положения второй камеры, поворот на пол-оборота вокруг базы — две ориентации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пары точек все четыре объясняют одинаково; различить их можно только по знаку глубины точек</a:t>
            </a:r>
          </a:p>
        </p:txBody>
      </p:sp>
      <p:pic>
        <p:nvPicPr>
          <p:cNvPr id="7" name="Picture 6" descr="four_candidates_top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97" y="914400"/>
            <a:ext cx="10731756" cy="402335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Откуда четыре кандидата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Разворот вокруг базы отражает луч, но оставляет его в эпиполярной плоскости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лучи по-прежнему пересекаются, условие на пару точек выполнено; точка оказывается за второй камерой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смена знака сдвига уносит точку за обе камеры; два знака и две ориентации дают четыре кандидата</a:t>
            </a:r>
          </a:p>
        </p:txBody>
      </p:sp>
      <p:pic>
        <p:nvPicPr>
          <p:cNvPr id="7" name="Picture 6" descr="twisted_pair_epipolar_plane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809" y="914400"/>
            <a:ext cx="9463333" cy="402335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Ошибка репроекции кандидатов не различает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Все четыре реконструкции проецируются обратно точно в исходные точки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кружки четырёх кандидатов совпадают с исходными точками; точка перед камерой и точка за ней дают один пиксель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уточнение по ошибке репроекции неверного кандидата не заметит; выбирают по знаку глубины и до уточнения</a:t>
            </a:r>
          </a:p>
        </p:txBody>
      </p:sp>
      <p:pic>
        <p:nvPicPr>
          <p:cNvPr id="7" name="Picture 6" descr="zero_reprojection_candidates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09278"/>
            <a:ext cx="11091672" cy="3833602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Точки перед обеими камерами</a:t>
            </a:r>
          </a:p>
        </p:txBody>
      </p:sp>
      <p:pic>
        <p:nvPicPr>
          <p:cNvPr id="4" name="Picture 3" descr="head_dep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0579" y="173736"/>
            <a:ext cx="2800900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Только у одного кандидата точки оказываются перед обеими камерами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глубина — из пересечения лучей: при позе кандидата лучи пары пересекают и смотрят, где точка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проверяют обе камеры: одна оставляет двух кандидатов; голосуют все пары, прошедшие RANSAC</a:t>
            </a:r>
          </a:p>
        </p:txBody>
      </p:sp>
      <p:pic>
        <p:nvPicPr>
          <p:cNvPr id="8" name="Picture 7" descr="cheirality_four_clouds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072592"/>
            <a:ext cx="11091672" cy="370697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Когда голоса расходятся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Голос точки надёжен, только если угол между лучами заметно больше шума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при угле порядка шума точка голосует почти случайно; при угле втрое больше шума голос уже верен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перед голосованием отбрасывают точки с малым углом; если он мал почти у всех, база слишком короткая</a:t>
            </a:r>
          </a:p>
        </p:txBody>
      </p:sp>
      <p:pic>
        <p:nvPicPr>
          <p:cNvPr id="7" name="Picture 6" descr="vote_vs_parallax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66078"/>
            <a:ext cx="11091672" cy="3720002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Масштаба нет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Сцена вдвое больше при вдвое большей базе даёт те же снимки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по двум снимкам находят поворот, направление сдвига и форму сцены, но не длину базы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длину берут извне: известный размер в сцене, вторая камера с известной базой, IMU</a:t>
            </a:r>
          </a:p>
        </p:txBody>
      </p:sp>
      <p:pic>
        <p:nvPicPr>
          <p:cNvPr id="7" name="Picture 6" descr="scale_ambiguity_pair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69585"/>
            <a:ext cx="11091672" cy="391298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Дрейф масштаба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В цепочке кадров масштаб каждой пары свой, и ошибка накапливается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направления шагов верны, длины растут: к 40-й паре накопленный масштаб 1,81, петля не замкнулась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как масштаб передают от пары к паре — лекция 5; как его правят при замыкании петли — лекция 15</a:t>
            </a:r>
          </a:p>
        </p:txBody>
      </p:sp>
      <p:pic>
        <p:nvPicPr>
          <p:cNvPr id="7" name="Picture 6" descr="scale_drift_chain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620" y="914400"/>
            <a:ext cx="10773710" cy="4023359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Лучи не пересекаются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Из-за шума два луча проходят мимо друг друга: точку надо выбрать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шум выводит лучи из эпиполярной плоскости; кратчайший отрезок между ними — доли миллиметра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поэтому триангуляция — это выбор точки по правилу, а не поиск пересечения</a:t>
            </a:r>
          </a:p>
        </p:txBody>
      </p:sp>
      <p:pic>
        <p:nvPicPr>
          <p:cNvPr id="7" name="Picture 6" descr="tri_skew_rays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80821"/>
            <a:ext cx="11091672" cy="3890516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Как выбрать точку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Проще всего — середина отрезка между лучами; правильнее — промах в пикселях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середина минимизирует расстояния до лучей в метрах, второй способ — сдвиги точек на снимках в пикселях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промах в пикселях — ошибка репроекции, как в лекции 3; этот способ точнее, когда одна камера намного дальше</a:t>
            </a:r>
          </a:p>
        </p:txBody>
      </p:sp>
      <p:pic>
        <p:nvPicPr>
          <p:cNvPr id="7" name="Picture 6" descr="tri_midpoint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28875"/>
            <a:ext cx="11091672" cy="3594409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Два способа на одной точке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При равных дальностях способы совпадают, при разных точнее промах в пикселях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справа при мере в пикселях ошибка чаще всего около 1 мм, у середины — около 6 мм; DLT ведёт себя как середина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при похожих дальностях хватает простого способа; дальше точку всё равно уточняют вместе с позой</a:t>
            </a:r>
          </a:p>
        </p:txBody>
      </p:sp>
      <p:pic>
        <p:nvPicPr>
          <p:cNvPr id="7" name="Picture 6" descr="tri_methods_compare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69219"/>
            <a:ext cx="11091672" cy="3913721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Угол между лучами решает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При малом угле точка размазана вдоль лучей: глубина ненадёжна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разброс вдоль лучей в разы больше; при той же дальности угол вдесятеро меньше — ошибка вдесятеро больше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на снимках всё сходится; помогает не другой способ триангуляции, а база больше или третий снимок</a:t>
            </a:r>
          </a:p>
        </p:txBody>
      </p:sp>
      <p:pic>
        <p:nvPicPr>
          <p:cNvPr id="7" name="Picture 6" descr="tri_ellipsoid_law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27617"/>
            <a:ext cx="11091672" cy="3796924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Отсечка по углу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Точки с малым углом между лучами выбрасывают до того, как строить облако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малый угол — у далёких точек: при короткой базе они уходят первыми; из 1000 осталось 736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отброшенная пара не ложная: её откладывают до третьего снимка (лекция 5)</a:t>
            </a:r>
          </a:p>
        </p:txBody>
      </p:sp>
      <p:pic>
        <p:nvPicPr>
          <p:cNvPr id="7" name="Picture 6" descr="tri_parallax_cutoff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510" y="914400"/>
            <a:ext cx="9005931" cy="4023359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Совместное уточнение: что меняют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Поза второй камеры и все точки меняются вместе, чтобы промахи стали меньше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камера 1 и длина базы закреплены: иначе сдвиг, поворот и масштаб всей сцены ошибку не меняют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промах — как в лекции 3: от найденной точки до прогноза модели, в пикселях, в каждом из снимков</a:t>
            </a:r>
          </a:p>
        </p:txBody>
      </p:sp>
      <p:pic>
        <p:nvPicPr>
          <p:cNvPr id="7" name="Picture 6" descr="ba_what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80777"/>
            <a:ext cx="11091672" cy="3890604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Шаг Левенберга–Марквардта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Проекция, влияние, шаг, проверка — и снова, пока ошибка падает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шаг меняет сразу позу и все точки; если ошибка выросла, шаг отменяют и берут короче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тот же метод уточнял калибровку на семинаре 3; здесь к неизвестной позе добавились точки</a:t>
            </a:r>
          </a:p>
        </p:txBody>
      </p:sp>
      <p:pic>
        <p:nvPicPr>
          <p:cNvPr id="7" name="Picture 6" descr="lm_loop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54090"/>
            <a:ext cx="11091672" cy="3943979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Дожать всё вместе</a:t>
            </a:r>
          </a:p>
        </p:txBody>
      </p:sp>
      <p:pic>
        <p:nvPicPr>
          <p:cNvPr id="4" name="Picture 3" descr="head_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9220" y="173736"/>
            <a:ext cx="2592259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Позу и точки уточняют совместно по ошибке репроекции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ошибка репроекции падает за один шаг, поза уточняется дальше — сильнее всего направление сдвига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для многих снимков то же уточнение называют уравниванием связок — лекция 5</a:t>
            </a:r>
          </a:p>
        </p:txBody>
      </p:sp>
      <p:pic>
        <p:nvPicPr>
          <p:cNvPr id="8" name="Picture 7" descr="tri_ba_convergence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080316"/>
            <a:ext cx="11091672" cy="3691527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Итог двух снимков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Позы двух камер и облако точек получены только из двух снимков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поза второй камеры — из E и знака глубины; точки — триангуляцией с отсечкой по углу; всё уточнено вместе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метров в облаке нет: длина базы принята за единицу, настоящую берут извне</a:t>
            </a:r>
          </a:p>
        </p:txBody>
      </p:sp>
      <p:pic>
        <p:nvPicPr>
          <p:cNvPr id="7" name="Picture 6" descr="two_view_result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52" y="914400"/>
            <a:ext cx="10945647" cy="4023359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Гомография и параллакс</a:t>
            </a:r>
          </a:p>
        </p:txBody>
      </p:sp>
      <p:pic>
        <p:nvPicPr>
          <p:cNvPr id="4" name="Picture 3" descr="head_hp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414" y="173736"/>
            <a:ext cx="3012065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Гомография переводит точку в точку, эпиполярная связь — точку в прямую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гомография — матрица 3×3: пиксель переходит в пиксель, прямые остаются прямыми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в обычной сцене есть и то и другое: H описывает плоскость, а точки вне неё сдвигаются вдоль прямых</a:t>
            </a:r>
          </a:p>
        </p:txBody>
      </p:sp>
      <p:pic>
        <p:nvPicPr>
          <p:cNvPr id="8" name="Picture 7" descr="homog_vs_parallax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93" y="914400"/>
            <a:ext cx="11061164" cy="4023359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Плоская сцена</a:t>
            </a:r>
          </a:p>
        </p:txBody>
      </p:sp>
      <p:pic>
        <p:nvPicPr>
          <p:cNvPr id="4" name="Picture 3" descr="head_hom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4793" y="173736"/>
            <a:ext cx="127668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На плоскости глубину задаёт сама плоскость, и точка переходит в точку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так же связаны доска и её снимок в методе Чжана (семинар 3); одна матрица H на все точки плоскости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эпиполь виден только по разнице глубин; если все точки на одной плоскости, F однозначно не находится</a:t>
            </a:r>
          </a:p>
        </p:txBody>
      </p:sp>
      <p:pic>
        <p:nvPicPr>
          <p:cNvPr id="8" name="Picture 7" descr="plane_two_views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024004"/>
            <a:ext cx="11091672" cy="3804151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Плоскость плюс параллакс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Гомография пола переносит точки пола точно, остальные — с промахом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промах идёт вдоль эпиполярной прямой точки: продолжения стрелок сходятся в эпиполе далеко за кадром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на полу промаха нет, выше над полом он больше; H берёт на себя плоскость, остаток — параллакс над ней</a:t>
            </a:r>
          </a:p>
        </p:txBody>
      </p:sp>
      <p:pic>
        <p:nvPicPr>
          <p:cNvPr id="7" name="Picture 6" descr="plane_plus_parallax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79" y="914400"/>
            <a:ext cx="10891393" cy="4023359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Поворот на месте</a:t>
            </a:r>
          </a:p>
        </p:txBody>
      </p:sp>
      <p:pic>
        <p:nvPicPr>
          <p:cNvPr id="4" name="Picture 3" descr="head_r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717" y="173736"/>
            <a:ext cx="1680762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При повороте на месте снимки тоже связаны гомографией 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снимок 2, пересчитанный через H, ложится на снимок 1 без шва; так склеивают панорамы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базы нет — глубины нет, и E не существует; из такой пары находится только поворот</a:t>
            </a:r>
          </a:p>
        </p:txBody>
      </p:sp>
      <p:pic>
        <p:nvPicPr>
          <p:cNvPr id="8" name="Picture 7" descr="pure_rotation_mosaic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763" y="914400"/>
            <a:ext cx="11091424" cy="4023359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Короткая база и выбор модели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При короткой базе любая сцена выглядит как плоская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промах одной H падает вместе с базой; ниже уровня шума F и H по данным не различить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F и H оценивают вместе и сравнивают с учётом сложности; выиграла H — позу берут из H или пару пропускают</a:t>
            </a:r>
          </a:p>
        </p:txBody>
      </p:sp>
      <p:pic>
        <p:nvPicPr>
          <p:cNvPr id="7" name="Picture 6" descr="baseline_gric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95911"/>
            <a:ext cx="11091672" cy="3860336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Поза из гомографии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Из H плоскости получают поворот, сдвиг и нормаль, но решений два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оба решения дают одни и те же пиксели на обоих снимках: пол или наклонная плоскость с другим поворотом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лишнее отсекает знак глубины: крутой луч к ближней точке встречает ложную плоскость позади камеры</a:t>
            </a:r>
          </a:p>
        </p:txBody>
      </p:sp>
      <p:pic>
        <p:nvPicPr>
          <p:cNvPr id="7" name="Picture 6" descr="homog_pose_two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1213"/>
            <a:ext cx="11091672" cy="3569733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Ректификация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Снимки поворачивают так, чтобы эпиполярные прямые стали строками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после поворота пара точек лежит в одной строке обоих снимков, и поиск идёт вдоль строки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новой информации ректификация не добавляет, она упрощает поиск; плотное стерео — лекция 11</a:t>
            </a:r>
          </a:p>
        </p:txBody>
      </p:sp>
      <p:pic>
        <p:nvPicPr>
          <p:cNvPr id="7" name="Picture 6" descr="rectify_before_after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36781"/>
            <a:ext cx="11091672" cy="2578597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Откуда берутся строки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Камеры поворачивают на месте, пока плоскости снимков не станут параллельны базе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поворот на месте — гомография: каждый снимок перерисовывают без глубин, нужны только K и поза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эпиполярная плоскость содержит базу и режет оба снимка по одной горизонтали — это общая строка</a:t>
            </a:r>
          </a:p>
        </p:txBody>
      </p:sp>
      <p:pic>
        <p:nvPicPr>
          <p:cNvPr id="7" name="Picture 6" descr="rectify_how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59" y="914400"/>
            <a:ext cx="10904433" cy="4023359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Ошибка глубины в стереопаре</a:t>
            </a:r>
          </a:p>
        </p:txBody>
      </p:sp>
      <p:pic>
        <p:nvPicPr>
          <p:cNvPr id="4" name="Picture 3" descr="head_d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1095" y="173736"/>
            <a:ext cx="1820384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После ректификации глубину находят по сдвигу точки вдоль строки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вдвое дальше — вдвое меньше сдвиг; четверть пикселя ошибки стоит 5,2 см на 5 м и 83 см на 20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ошибка глубины растёт как квадрат дальности и падает с базой: база вдвое длиннее — ошибка вдвое меньше</a:t>
            </a:r>
          </a:p>
        </p:txBody>
      </p:sp>
      <p:pic>
        <p:nvPicPr>
          <p:cNvPr id="8" name="Picture 7" descr="depth_error_stereo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145836"/>
            <a:ext cx="11091672" cy="3560486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Без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По одной F сцена восстанавливается лишь с точностью до проективного искажения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оба варианта дают те же два снимка; пол и стена плоские, но угол между ними 61° и 121°, коробка перекошена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углы и отношения длин возвращает K — калибровка с семинара 3</a:t>
            </a:r>
          </a:p>
        </p:txBody>
      </p:sp>
      <p:pic>
        <p:nvPicPr>
          <p:cNvPr id="7" name="Picture 6" descr="proj_variants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5107"/>
            <a:ext cx="11091672" cy="3661945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Что переживает проективное искажение</a:t>
            </a:r>
          </a:p>
        </p:txBody>
      </p:sp>
      <p:pic>
        <p:nvPicPr>
          <p:cNvPr id="4" name="Picture 3" descr="head_c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90511"/>
            <a:ext cx="3200399" cy="259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Прямые и двойное отношение сохраняются, углы и отношения длин — нет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двойное отношение — отношение двух отношений длин; промежутки меняются, а оно у всех трёх 1,333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по одной F мерить можно только то, что сохраняется; угол, который зависит от варианта, ничего не измеряет</a:t>
            </a:r>
          </a:p>
        </p:txBody>
      </p:sp>
      <p:pic>
        <p:nvPicPr>
          <p:cNvPr id="8" name="Picture 7" descr="cross_ratio_variants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39" y="1249772"/>
            <a:ext cx="11091672" cy="3352614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Три ступени: проективная, аффинная, метрическая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Каждая ступень возвращает часть геометрии: сначала параллельность, потом углы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рёбра коробки сходятся на первой ступени и параллельны на второй; прямой угол со стеной есть только на третьей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параллельность возвращают точки схода, углы и пропорции — K; масштаба не даёт ни одна ступень</a:t>
            </a:r>
          </a:p>
        </p:txBody>
      </p:sp>
      <p:pic>
        <p:nvPicPr>
          <p:cNvPr id="7" name="Picture 6" descr="stratification_variants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99408"/>
            <a:ext cx="11091672" cy="3453343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Семинар 4: от пары снимков до облака точек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На семинаре вся цепочка лекции собирается на своих снимках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дисторсию снимают до всего остального: иначе оценка E смещена систематически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вход — K и дисторсия с семинара 3; каждый шаг сначала на NumPy, потом сверка с OpenCV</a:t>
            </a:r>
          </a:p>
        </p:txBody>
      </p:sp>
      <p:pic>
        <p:nvPicPr>
          <p:cNvPr id="7" name="Picture 6" descr="seminar4_pipeline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5236"/>
            <a:ext cx="11091672" cy="3661686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Дальше: третий снимок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4748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D00C3"/>
                </a:solidFill>
                <a:latin typeface="Arial"/>
              </a:rPr>
              <a:t>Третью камеру ставят по уже найденным точкам — так начинается SfM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B6B76"/>
                </a:solidFill>
                <a:latin typeface="Arial"/>
              </a:rPr>
              <a:t>пара даёт позы и первые точки; позу третьей камеры находит PnP по этим точкам, новые точки триангулируют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F5CFF"/>
                </a:solidFill>
                <a:latin typeface="Arial"/>
              </a:rPr>
              <a:t>так снимок за снимком растёт реконструкция; всё вместе уточняют уравниванием связок — лекция 5</a:t>
            </a:r>
          </a:p>
        </p:txBody>
      </p:sp>
      <p:pic>
        <p:nvPicPr>
          <p:cNvPr id="7" name="Picture 6" descr="sfm_third_view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69242"/>
            <a:ext cx="11091672" cy="3713674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Заключение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что даёт второй снимок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097280"/>
            <a:ext cx="770839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глубину через параллакс: близкое сдвигается сильнее далёкого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00784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где искать соответствие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700784"/>
            <a:ext cx="770839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на эпиполярной прямой: поиск из двумерного становится одномерным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04288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что связывает два снимка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304288"/>
            <a:ext cx="770839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одна матрица: E при известной K, F прямо в пикселях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07792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что даёт 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907792"/>
            <a:ext cx="770839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движение без масштаба: поворот и направление сдвига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11296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какие точки надёжны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511296"/>
            <a:ext cx="770839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с большим углом между лучами; точки с малым углом отбрасывают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когда не работает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114800"/>
            <a:ext cx="770839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плоская сцена и поворот на месте: снимки связывает гомография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2064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Лекция 5 — откуда берутся соответствия, третий снимок, SfM и уравнивание связок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53212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Семинар 4 — та же цепочка на своих снимках; K и дисторсия — из семинара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Другая 1">
      <a:majorFont>
        <a:latin typeface="Moscow University"/>
        <a:ea typeface="Arial"/>
        <a:cs typeface="Arial"/>
      </a:majorFont>
      <a:minorFont>
        <a:latin typeface="Moscow University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2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R7-Office/2024.1.1.375</Application>
  <DocSecurity>0</DocSecurity>
  <PresentationFormat>Широкоэкранный</PresentationFormat>
  <Paragraphs>0</Paragraphs>
  <Slides>18</Slides>
  <Notes>18</Notes>
  <HiddenSlides>0</HiddenSlides>
  <MMClips>2</MMClips>
  <ScaleCrop>0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Theme 1</vt:lpstr>
      <vt:lpstr>Theme 2</vt:lpstr>
      <vt:lpstr>Theme 3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4. Двухвидовая геометрия</dc:title>
  <dc:subject>3D компьютерное зрение и графика</dc:subject>
  <dc:creator>Жемчужников Дмитрий Сергеевич</dc:creator>
  <cp:keywords/>
  <dc:description/>
  <dc:identifier/>
  <dc:language/>
  <cp:lastModifiedBy>Жемчужников Дмитрий Сергеевич</cp:lastModifiedBy>
  <cp:revision>56</cp:revision>
  <dcterms:created xsi:type="dcterms:W3CDTF">2026-07-02T07:34:51Z</dcterms:created>
  <dcterms:modified xsi:type="dcterms:W3CDTF">2026-09-01T12:43:30Z</dcterms:modified>
  <cp:category/>
  <cp:contentStatus/>
  <cp:version/>
</cp:coreProperties>
</file>